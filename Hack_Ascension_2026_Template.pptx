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7E6CA2-05D4-49D2-81AB-2676FA02F734}" v="2823" dt="2026-09-03T08:11:08.706"/>
    <p1510:client id="{B8923534-0821-D288-DBC5-BCD6D10BD9FA}" v="920" dt="2026-09-03T08:03:43.0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B8923534-0821-D288-DBC5-BCD6D10BD9FA}"/>
    <pc:docChg chg="modSld">
      <pc:chgData name="" userId="" providerId="" clId="Web-{B8923534-0821-D288-DBC5-BCD6D10BD9FA}" dt="2026-09-03T07:13:48.253" v="11" actId="20577"/>
      <pc:docMkLst>
        <pc:docMk/>
      </pc:docMkLst>
      <pc:sldChg chg="modSp">
        <pc:chgData name="" userId="" providerId="" clId="Web-{B8923534-0821-D288-DBC5-BCD6D10BD9FA}" dt="2026-09-03T07:13:48.253" v="11" actId="20577"/>
        <pc:sldMkLst>
          <pc:docMk/>
          <pc:sldMk cId="0" sldId="259"/>
        </pc:sldMkLst>
        <pc:spChg chg="mod">
          <ac:chgData name="" userId="" providerId="" clId="Web-{B8923534-0821-D288-DBC5-BCD6D10BD9FA}" dt="2026-09-03T07:13:48.253" v="11" actId="20577"/>
          <ac:spMkLst>
            <pc:docMk/>
            <pc:sldMk cId="0" sldId="259"/>
            <ac:spMk id="19" creationId="{00000000-0000-0000-0000-000000000000}"/>
          </ac:spMkLst>
        </pc:spChg>
      </pc:sldChg>
    </pc:docChg>
  </pc:docChgLst>
  <pc:docChgLst>
    <pc:chgData name="Yasmini G-[NC.AI.U4AID26058]" userId="S::nc.ai.u4aid26058@nc.students.amrita.edu::0fdfdd99-1cde-40d5-802f-8d8d8e3a0e0c" providerId="AD" clId="Web-{B8923534-0821-D288-DBC5-BCD6D10BD9FA}"/>
    <pc:docChg chg="modSld">
      <pc:chgData name="Yasmini G-[NC.AI.U4AID26058]" userId="S::nc.ai.u4aid26058@nc.students.amrita.edu::0fdfdd99-1cde-40d5-802f-8d8d8e3a0e0c" providerId="AD" clId="Web-{B8923534-0821-D288-DBC5-BCD6D10BD9FA}" dt="2026-09-03T08:03:43.029" v="877"/>
      <pc:docMkLst>
        <pc:docMk/>
      </pc:docMkLst>
      <pc:sldChg chg="addSp delSp modSp">
        <pc:chgData name="Yasmini G-[NC.AI.U4AID26058]" userId="S::nc.ai.u4aid26058@nc.students.amrita.edu::0fdfdd99-1cde-40d5-802f-8d8d8e3a0e0c" providerId="AD" clId="Web-{B8923534-0821-D288-DBC5-BCD6D10BD9FA}" dt="2026-09-03T07:16:52.621" v="12" actId="1076"/>
        <pc:sldMkLst>
          <pc:docMk/>
          <pc:sldMk cId="0" sldId="259"/>
        </pc:sldMkLst>
        <pc:spChg chg="del">
          <ac:chgData name="Yasmini G-[NC.AI.U4AID26058]" userId="S::nc.ai.u4aid26058@nc.students.amrita.edu::0fdfdd99-1cde-40d5-802f-8d8d8e3a0e0c" providerId="AD" clId="Web-{B8923534-0821-D288-DBC5-BCD6D10BD9FA}" dt="2026-09-03T07:14:26.130" v="3"/>
          <ac:spMkLst>
            <pc:docMk/>
            <pc:sldMk cId="0" sldId="259"/>
            <ac:spMk id="19" creationId="{00000000-0000-0000-0000-000000000000}"/>
          </ac:spMkLst>
        </pc:spChg>
        <pc:picChg chg="add del mod modCrop">
          <ac:chgData name="Yasmini G-[NC.AI.U4AID26058]" userId="S::nc.ai.u4aid26058@nc.students.amrita.edu::0fdfdd99-1cde-40d5-802f-8d8d8e3a0e0c" providerId="AD" clId="Web-{B8923534-0821-D288-DBC5-BCD6D10BD9FA}" dt="2026-09-03T07:15:02.476" v="7"/>
          <ac:picMkLst>
            <pc:docMk/>
            <pc:sldMk cId="0" sldId="259"/>
            <ac:picMk id="32" creationId="{4529A944-4823-98B5-D32F-A8474B98CB10}"/>
          </ac:picMkLst>
        </pc:picChg>
        <pc:picChg chg="add mod modCrop">
          <ac:chgData name="Yasmini G-[NC.AI.U4AID26058]" userId="S::nc.ai.u4aid26058@nc.students.amrita.edu::0fdfdd99-1cde-40d5-802f-8d8d8e3a0e0c" providerId="AD" clId="Web-{B8923534-0821-D288-DBC5-BCD6D10BD9FA}" dt="2026-09-03T07:16:52.621" v="12" actId="1076"/>
          <ac:picMkLst>
            <pc:docMk/>
            <pc:sldMk cId="0" sldId="259"/>
            <ac:picMk id="34" creationId="{91D84D3C-1AE7-9854-557F-EB5F7BA29E6B}"/>
          </ac:picMkLst>
        </pc:picChg>
      </pc:sldChg>
      <pc:sldChg chg="addSp delSp modSp">
        <pc:chgData name="Yasmini G-[NC.AI.U4AID26058]" userId="S::nc.ai.u4aid26058@nc.students.amrita.edu::0fdfdd99-1cde-40d5-802f-8d8d8e3a0e0c" providerId="AD" clId="Web-{B8923534-0821-D288-DBC5-BCD6D10BD9FA}" dt="2026-09-03T07:35:05.613" v="194" actId="20577"/>
        <pc:sldMkLst>
          <pc:docMk/>
          <pc:sldMk cId="0" sldId="261"/>
        </pc:sldMkLst>
        <pc:spChg chg="del mod">
          <ac:chgData name="Yasmini G-[NC.AI.U4AID26058]" userId="S::nc.ai.u4aid26058@nc.students.amrita.edu::0fdfdd99-1cde-40d5-802f-8d8d8e3a0e0c" providerId="AD" clId="Web-{B8923534-0821-D288-DBC5-BCD6D10BD9FA}" dt="2026-09-03T07:23:00.630" v="27"/>
          <ac:spMkLst>
            <pc:docMk/>
            <pc:sldMk cId="0" sldId="261"/>
            <ac:spMk id="7" creationId="{00000000-0000-0000-0000-000000000000}"/>
          </ac:spMkLst>
        </pc:spChg>
        <pc:spChg chg="mod">
          <ac:chgData name="Yasmini G-[NC.AI.U4AID26058]" userId="S::nc.ai.u4aid26058@nc.students.amrita.edu::0fdfdd99-1cde-40d5-802f-8d8d8e3a0e0c" providerId="AD" clId="Web-{B8923534-0821-D288-DBC5-BCD6D10BD9FA}" dt="2026-09-03T07:33:34.251" v="88" actId="20577"/>
          <ac:spMkLst>
            <pc:docMk/>
            <pc:sldMk cId="0" sldId="261"/>
            <ac:spMk id="18" creationId="{00000000-0000-0000-0000-000000000000}"/>
          </ac:spMkLst>
        </pc:spChg>
        <pc:spChg chg="mod">
          <ac:chgData name="Yasmini G-[NC.AI.U4AID26058]" userId="S::nc.ai.u4aid26058@nc.students.amrita.edu::0fdfdd99-1cde-40d5-802f-8d8d8e3a0e0c" providerId="AD" clId="Web-{B8923534-0821-D288-DBC5-BCD6D10BD9FA}" dt="2026-09-03T07:34:28.893" v="143" actId="20577"/>
          <ac:spMkLst>
            <pc:docMk/>
            <pc:sldMk cId="0" sldId="261"/>
            <ac:spMk id="21" creationId="{00000000-0000-0000-0000-000000000000}"/>
          </ac:spMkLst>
        </pc:spChg>
        <pc:spChg chg="mod">
          <ac:chgData name="Yasmini G-[NC.AI.U4AID26058]" userId="S::nc.ai.u4aid26058@nc.students.amrita.edu::0fdfdd99-1cde-40d5-802f-8d8d8e3a0e0c" providerId="AD" clId="Web-{B8923534-0821-D288-DBC5-BCD6D10BD9FA}" dt="2026-09-03T07:35:05.613" v="194" actId="20577"/>
          <ac:spMkLst>
            <pc:docMk/>
            <pc:sldMk cId="0" sldId="261"/>
            <ac:spMk id="24" creationId="{00000000-0000-0000-0000-000000000000}"/>
          </ac:spMkLst>
        </pc:spChg>
        <pc:picChg chg="add del mod">
          <ac:chgData name="Yasmini G-[NC.AI.U4AID26058]" userId="S::nc.ai.u4aid26058@nc.students.amrita.edu::0fdfdd99-1cde-40d5-802f-8d8d8e3a0e0c" providerId="AD" clId="Web-{B8923534-0821-D288-DBC5-BCD6D10BD9FA}" dt="2026-09-03T07:27:02.965" v="30"/>
          <ac:picMkLst>
            <pc:docMk/>
            <pc:sldMk cId="0" sldId="261"/>
            <ac:picMk id="25" creationId="{A7288C78-8DC9-62E8-5300-70588D7C66F4}"/>
          </ac:picMkLst>
        </pc:picChg>
        <pc:picChg chg="add del mod">
          <ac:chgData name="Yasmini G-[NC.AI.U4AID26058]" userId="S::nc.ai.u4aid26058@nc.students.amrita.edu::0fdfdd99-1cde-40d5-802f-8d8d8e3a0e0c" providerId="AD" clId="Web-{B8923534-0821-D288-DBC5-BCD6D10BD9FA}" dt="2026-09-03T07:29:26.238" v="34"/>
          <ac:picMkLst>
            <pc:docMk/>
            <pc:sldMk cId="0" sldId="261"/>
            <ac:picMk id="27" creationId="{61550832-EA4D-9B9D-23C6-EE588C931ADA}"/>
          </ac:picMkLst>
        </pc:picChg>
        <pc:picChg chg="add del mod">
          <ac:chgData name="Yasmini G-[NC.AI.U4AID26058]" userId="S::nc.ai.u4aid26058@nc.students.amrita.edu::0fdfdd99-1cde-40d5-802f-8d8d8e3a0e0c" providerId="AD" clId="Web-{B8923534-0821-D288-DBC5-BCD6D10BD9FA}" dt="2026-09-03T07:29:53.301" v="39"/>
          <ac:picMkLst>
            <pc:docMk/>
            <pc:sldMk cId="0" sldId="261"/>
            <ac:picMk id="28" creationId="{919F0AA7-2B75-73C1-5FE5-D412832BF940}"/>
          </ac:picMkLst>
        </pc:picChg>
        <pc:picChg chg="add mod">
          <ac:chgData name="Yasmini G-[NC.AI.U4AID26058]" userId="S::nc.ai.u4aid26058@nc.students.amrita.edu::0fdfdd99-1cde-40d5-802f-8d8d8e3a0e0c" providerId="AD" clId="Web-{B8923534-0821-D288-DBC5-BCD6D10BD9FA}" dt="2026-09-03T07:31:57.215" v="42" actId="1076"/>
          <ac:picMkLst>
            <pc:docMk/>
            <pc:sldMk cId="0" sldId="261"/>
            <ac:picMk id="29" creationId="{91191D42-71F6-BB05-405C-EBBAF19E9F50}"/>
          </ac:picMkLst>
        </pc:picChg>
      </pc:sldChg>
      <pc:sldChg chg="addSp modSp">
        <pc:chgData name="Yasmini G-[NC.AI.U4AID26058]" userId="S::nc.ai.u4aid26058@nc.students.amrita.edu::0fdfdd99-1cde-40d5-802f-8d8d8e3a0e0c" providerId="AD" clId="Web-{B8923534-0821-D288-DBC5-BCD6D10BD9FA}" dt="2026-09-03T08:03:30.279" v="875" actId="20577"/>
        <pc:sldMkLst>
          <pc:docMk/>
          <pc:sldMk cId="0" sldId="263"/>
        </pc:sldMkLst>
        <pc:spChg chg="mod">
          <ac:chgData name="Yasmini G-[NC.AI.U4AID26058]" userId="S::nc.ai.u4aid26058@nc.students.amrita.edu::0fdfdd99-1cde-40d5-802f-8d8d8e3a0e0c" providerId="AD" clId="Web-{B8923534-0821-D288-DBC5-BCD6D10BD9FA}" dt="2026-09-03T07:43:09.653" v="270" actId="20577"/>
          <ac:spMkLst>
            <pc:docMk/>
            <pc:sldMk cId="0" sldId="263"/>
            <ac:spMk id="14" creationId="{00000000-0000-0000-0000-000000000000}"/>
          </ac:spMkLst>
        </pc:spChg>
        <pc:spChg chg="mod">
          <ac:chgData name="Yasmini G-[NC.AI.U4AID26058]" userId="S::nc.ai.u4aid26058@nc.students.amrita.edu::0fdfdd99-1cde-40d5-802f-8d8d8e3a0e0c" providerId="AD" clId="Web-{B8923534-0821-D288-DBC5-BCD6D10BD9FA}" dt="2026-09-03T07:43:21.217" v="287" actId="2057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Yasmini G-[NC.AI.U4AID26058]" userId="S::nc.ai.u4aid26058@nc.students.amrita.edu::0fdfdd99-1cde-40d5-802f-8d8d8e3a0e0c" providerId="AD" clId="Web-{B8923534-0821-D288-DBC5-BCD6D10BD9FA}" dt="2026-09-03T07:43:32.436" v="293" actId="20577"/>
          <ac:spMkLst>
            <pc:docMk/>
            <pc:sldMk cId="0" sldId="263"/>
            <ac:spMk id="17" creationId="{00000000-0000-0000-0000-000000000000}"/>
          </ac:spMkLst>
        </pc:spChg>
        <pc:spChg chg="mod">
          <ac:chgData name="Yasmini G-[NC.AI.U4AID26058]" userId="S::nc.ai.u4aid26058@nc.students.amrita.edu::0fdfdd99-1cde-40d5-802f-8d8d8e3a0e0c" providerId="AD" clId="Web-{B8923534-0821-D288-DBC5-BCD6D10BD9FA}" dt="2026-09-03T07:43:44.687" v="317" actId="20577"/>
          <ac:spMkLst>
            <pc:docMk/>
            <pc:sldMk cId="0" sldId="263"/>
            <ac:spMk id="18" creationId="{00000000-0000-0000-0000-000000000000}"/>
          </ac:spMkLst>
        </pc:spChg>
        <pc:spChg chg="mod">
          <ac:chgData name="Yasmini G-[NC.AI.U4AID26058]" userId="S::nc.ai.u4aid26058@nc.students.amrita.edu::0fdfdd99-1cde-40d5-802f-8d8d8e3a0e0c" providerId="AD" clId="Web-{B8923534-0821-D288-DBC5-BCD6D10BD9FA}" dt="2026-09-03T07:43:55.047" v="322" actId="20577"/>
          <ac:spMkLst>
            <pc:docMk/>
            <pc:sldMk cId="0" sldId="263"/>
            <ac:spMk id="20" creationId="{00000000-0000-0000-0000-000000000000}"/>
          </ac:spMkLst>
        </pc:spChg>
        <pc:spChg chg="mod">
          <ac:chgData name="Yasmini G-[NC.AI.U4AID26058]" userId="S::nc.ai.u4aid26058@nc.students.amrita.edu::0fdfdd99-1cde-40d5-802f-8d8d8e3a0e0c" providerId="AD" clId="Web-{B8923534-0821-D288-DBC5-BCD6D10BD9FA}" dt="2026-09-03T08:03:30.279" v="875" actId="20577"/>
          <ac:spMkLst>
            <pc:docMk/>
            <pc:sldMk cId="0" sldId="263"/>
            <ac:spMk id="21" creationId="{00000000-0000-0000-0000-000000000000}"/>
          </ac:spMkLst>
        </pc:spChg>
        <pc:picChg chg="add mod modCrop">
          <ac:chgData name="Yasmini G-[NC.AI.U4AID26058]" userId="S::nc.ai.u4aid26058@nc.students.amrita.edu::0fdfdd99-1cde-40d5-802f-8d8d8e3a0e0c" providerId="AD" clId="Web-{B8923534-0821-D288-DBC5-BCD6D10BD9FA}" dt="2026-09-03T07:40:56.438" v="252" actId="1076"/>
          <ac:picMkLst>
            <pc:docMk/>
            <pc:sldMk cId="0" sldId="263"/>
            <ac:picMk id="22" creationId="{6E0FB7D6-94B5-4AD8-E655-D7E325586E53}"/>
          </ac:picMkLst>
        </pc:picChg>
        <pc:picChg chg="add mod modCrop">
          <ac:chgData name="Yasmini G-[NC.AI.U4AID26058]" userId="S::nc.ai.u4aid26058@nc.students.amrita.edu::0fdfdd99-1cde-40d5-802f-8d8d8e3a0e0c" providerId="AD" clId="Web-{B8923534-0821-D288-DBC5-BCD6D10BD9FA}" dt="2026-09-03T07:41:39.443" v="258" actId="1076"/>
          <ac:picMkLst>
            <pc:docMk/>
            <pc:sldMk cId="0" sldId="263"/>
            <ac:picMk id="24" creationId="{4A288F58-B647-C7B5-DBA3-AE93DD936E2A}"/>
          </ac:picMkLst>
        </pc:picChg>
        <pc:picChg chg="add mod modCrop">
          <ac:chgData name="Yasmini G-[NC.AI.U4AID26058]" userId="S::nc.ai.u4aid26058@nc.students.amrita.edu::0fdfdd99-1cde-40d5-802f-8d8d8e3a0e0c" providerId="AD" clId="Web-{B8923534-0821-D288-DBC5-BCD6D10BD9FA}" dt="2026-09-03T07:42:19.009" v="264" actId="14100"/>
          <ac:picMkLst>
            <pc:docMk/>
            <pc:sldMk cId="0" sldId="263"/>
            <ac:picMk id="25" creationId="{E43EC980-1342-349F-7F33-12BFDD85E581}"/>
          </ac:picMkLst>
        </pc:picChg>
      </pc:sldChg>
      <pc:sldChg chg="addSp modSp">
        <pc:chgData name="Yasmini G-[NC.AI.U4AID26058]" userId="S::nc.ai.u4aid26058@nc.students.amrita.edu::0fdfdd99-1cde-40d5-802f-8d8d8e3a0e0c" providerId="AD" clId="Web-{B8923534-0821-D288-DBC5-BCD6D10BD9FA}" dt="2026-09-03T07:57:51.129" v="692" actId="1076"/>
        <pc:sldMkLst>
          <pc:docMk/>
          <pc:sldMk cId="0" sldId="264"/>
        </pc:sldMkLst>
        <pc:spChg chg="mod">
          <ac:chgData name="Yasmini G-[NC.AI.U4AID26058]" userId="S::nc.ai.u4aid26058@nc.students.amrita.edu::0fdfdd99-1cde-40d5-802f-8d8d8e3a0e0c" providerId="AD" clId="Web-{B8923534-0821-D288-DBC5-BCD6D10BD9FA}" dt="2026-09-03T07:51:37.164" v="689" actId="20577"/>
          <ac:spMkLst>
            <pc:docMk/>
            <pc:sldMk cId="0" sldId="264"/>
            <ac:spMk id="8" creationId="{00000000-0000-0000-0000-000000000000}"/>
          </ac:spMkLst>
        </pc:spChg>
        <pc:graphicFrameChg chg="mod modGraphic">
          <ac:chgData name="Yasmini G-[NC.AI.U4AID26058]" userId="S::nc.ai.u4aid26058@nc.students.amrita.edu::0fdfdd99-1cde-40d5-802f-8d8d8e3a0e0c" providerId="AD" clId="Web-{B8923534-0821-D288-DBC5-BCD6D10BD9FA}" dt="2026-09-03T07:49:32.378" v="678"/>
          <ac:graphicFrameMkLst>
            <pc:docMk/>
            <pc:sldMk cId="0" sldId="264"/>
            <ac:graphicFrameMk id="12" creationId="{00000000-0000-0000-0000-000000000000}"/>
          </ac:graphicFrameMkLst>
        </pc:graphicFrameChg>
        <pc:picChg chg="add mod">
          <ac:chgData name="Yasmini G-[NC.AI.U4AID26058]" userId="S::nc.ai.u4aid26058@nc.students.amrita.edu::0fdfdd99-1cde-40d5-802f-8d8d8e3a0e0c" providerId="AD" clId="Web-{B8923534-0821-D288-DBC5-BCD6D10BD9FA}" dt="2026-09-03T07:57:51.129" v="692" actId="1076"/>
          <ac:picMkLst>
            <pc:docMk/>
            <pc:sldMk cId="0" sldId="264"/>
            <ac:picMk id="15" creationId="{00A9355C-EB51-03EC-2ABF-11249E601984}"/>
          </ac:picMkLst>
        </pc:picChg>
      </pc:sldChg>
      <pc:sldChg chg="delSp modSp">
        <pc:chgData name="Yasmini G-[NC.AI.U4AID26058]" userId="S::nc.ai.u4aid26058@nc.students.amrita.edu::0fdfdd99-1cde-40d5-802f-8d8d8e3a0e0c" providerId="AD" clId="Web-{B8923534-0821-D288-DBC5-BCD6D10BD9FA}" dt="2026-09-03T08:03:43.029" v="877"/>
        <pc:sldMkLst>
          <pc:docMk/>
          <pc:sldMk cId="0" sldId="265"/>
        </pc:sldMkLst>
        <pc:spChg chg="mod">
          <ac:chgData name="Yasmini G-[NC.AI.U4AID26058]" userId="S::nc.ai.u4aid26058@nc.students.amrita.edu::0fdfdd99-1cde-40d5-802f-8d8d8e3a0e0c" providerId="AD" clId="Web-{B8923534-0821-D288-DBC5-BCD6D10BD9FA}" dt="2026-09-03T08:01:24.179" v="771" actId="2057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Yasmini G-[NC.AI.U4AID26058]" userId="S::nc.ai.u4aid26058@nc.students.amrita.edu::0fdfdd99-1cde-40d5-802f-8d8d8e3a0e0c" providerId="AD" clId="Web-{B8923534-0821-D288-DBC5-BCD6D10BD9FA}" dt="2026-09-03T08:01:46.711" v="801" actId="20577"/>
          <ac:spMkLst>
            <pc:docMk/>
            <pc:sldMk cId="0" sldId="265"/>
            <ac:spMk id="16" creationId="{00000000-0000-0000-0000-000000000000}"/>
          </ac:spMkLst>
        </pc:spChg>
        <pc:spChg chg="mod">
          <ac:chgData name="Yasmini G-[NC.AI.U4AID26058]" userId="S::nc.ai.u4aid26058@nc.students.amrita.edu::0fdfdd99-1cde-40d5-802f-8d8d8e3a0e0c" providerId="AD" clId="Web-{B8923534-0821-D288-DBC5-BCD6D10BD9FA}" dt="2026-09-03T08:03:42.092" v="876" actId="20577"/>
          <ac:spMkLst>
            <pc:docMk/>
            <pc:sldMk cId="0" sldId="265"/>
            <ac:spMk id="21" creationId="{00000000-0000-0000-0000-000000000000}"/>
          </ac:spMkLst>
        </pc:spChg>
        <pc:spChg chg="del mod">
          <ac:chgData name="Yasmini G-[NC.AI.U4AID26058]" userId="S::nc.ai.u4aid26058@nc.students.amrita.edu::0fdfdd99-1cde-40d5-802f-8d8d8e3a0e0c" providerId="AD" clId="Web-{B8923534-0821-D288-DBC5-BCD6D10BD9FA}" dt="2026-09-03T08:03:43.029" v="877"/>
          <ac:spMkLst>
            <pc:docMk/>
            <pc:sldMk cId="0" sldId="265"/>
            <ac:spMk id="26" creationId="{00000000-0000-0000-0000-000000000000}"/>
          </ac:spMkLst>
        </pc:spChg>
      </pc:sldChg>
      <pc:sldChg chg="modSp">
        <pc:chgData name="Yasmini G-[NC.AI.U4AID26058]" userId="S::nc.ai.u4aid26058@nc.students.amrita.edu::0fdfdd99-1cde-40d5-802f-8d8d8e3a0e0c" providerId="AD" clId="Web-{B8923534-0821-D288-DBC5-BCD6D10BD9FA}" dt="2026-09-03T07:37:59.493" v="245" actId="20577"/>
        <pc:sldMkLst>
          <pc:docMk/>
          <pc:sldMk cId="0" sldId="267"/>
        </pc:sldMkLst>
        <pc:spChg chg="mod">
          <ac:chgData name="Yasmini G-[NC.AI.U4AID26058]" userId="S::nc.ai.u4aid26058@nc.students.amrita.edu::0fdfdd99-1cde-40d5-802f-8d8d8e3a0e0c" providerId="AD" clId="Web-{B8923534-0821-D288-DBC5-BCD6D10BD9FA}" dt="2026-09-03T07:37:59.493" v="245" actId="20577"/>
          <ac:spMkLst>
            <pc:docMk/>
            <pc:sldMk cId="0" sldId="267"/>
            <ac:spMk id="53" creationId="{00000000-0000-0000-0000-000000000000}"/>
          </ac:spMkLst>
        </pc:spChg>
      </pc:sldChg>
    </pc:docChg>
  </pc:docChgLst>
  <pc:docChgLst>
    <pc:chgData name="Deshna G-[NC.SC.U4CSE26314]" userId="1db7a6bd-4709-41af-ba58-ffcff3940224" providerId="ADAL" clId="{F82DE73D-B7CC-468B-A2B7-218F80A65BCA}"/>
    <pc:docChg chg="modSld">
      <pc:chgData name="Deshna G-[NC.SC.U4CSE26314]" userId="1db7a6bd-4709-41af-ba58-ffcff3940224" providerId="ADAL" clId="{F82DE73D-B7CC-468B-A2B7-218F80A65BCA}" dt="2026-09-03T07:48:56.965" v="3"/>
      <pc:docMkLst>
        <pc:docMk/>
      </pc:docMkLst>
      <pc:sldChg chg="addSp delSp modSp">
        <pc:chgData name="Deshna G-[NC.SC.U4CSE26314]" userId="1db7a6bd-4709-41af-ba58-ffcff3940224" providerId="ADAL" clId="{F82DE73D-B7CC-468B-A2B7-218F80A65BCA}" dt="2026-09-03T07:28:53.025" v="1"/>
        <pc:sldMkLst>
          <pc:docMk/>
          <pc:sldMk cId="0" sldId="260"/>
        </pc:sldMkLst>
        <pc:spChg chg="add del mod">
          <ac:chgData name="Deshna G-[NC.SC.U4CSE26314]" userId="1db7a6bd-4709-41af-ba58-ffcff3940224" providerId="ADAL" clId="{F82DE73D-B7CC-468B-A2B7-218F80A65BCA}" dt="2026-09-03T07:28:53.025" v="1"/>
          <ac:spMkLst>
            <pc:docMk/>
            <pc:sldMk cId="0" sldId="260"/>
            <ac:spMk id="30" creationId="{A00E8FEC-8A98-EA78-CA4D-A090ADD2726F}"/>
          </ac:spMkLst>
        </pc:spChg>
      </pc:sldChg>
      <pc:sldChg chg="modSp">
        <pc:chgData name="Deshna G-[NC.SC.U4CSE26314]" userId="1db7a6bd-4709-41af-ba58-ffcff3940224" providerId="ADAL" clId="{F82DE73D-B7CC-468B-A2B7-218F80A65BCA}" dt="2026-09-03T07:48:56.965" v="3"/>
        <pc:sldMkLst>
          <pc:docMk/>
          <pc:sldMk cId="0" sldId="266"/>
        </pc:sldMkLst>
        <pc:spChg chg="mod">
          <ac:chgData name="Deshna G-[NC.SC.U4CSE26314]" userId="1db7a6bd-4709-41af-ba58-ffcff3940224" providerId="ADAL" clId="{F82DE73D-B7CC-468B-A2B7-218F80A65BCA}" dt="2026-09-03T07:48:50.030" v="2"/>
          <ac:spMkLst>
            <pc:docMk/>
            <pc:sldMk cId="0" sldId="266"/>
            <ac:spMk id="28" creationId="{00000000-0000-0000-0000-000000000000}"/>
          </ac:spMkLst>
        </pc:spChg>
        <pc:spChg chg="mod">
          <ac:chgData name="Deshna G-[NC.SC.U4CSE26314]" userId="1db7a6bd-4709-41af-ba58-ffcff3940224" providerId="ADAL" clId="{F82DE73D-B7CC-468B-A2B7-218F80A65BCA}" dt="2026-09-03T07:48:56.965" v="3"/>
          <ac:spMkLst>
            <pc:docMk/>
            <pc:sldMk cId="0" sldId="266"/>
            <ac:spMk id="3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2859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54864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54864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4" name="Shape 2"/>
          <p:cNvSpPr/>
          <p:nvPr/>
        </p:nvSpPr>
        <p:spPr>
          <a:xfrm>
            <a:off x="8906256" y="54864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5" name="Shape 3"/>
          <p:cNvSpPr/>
          <p:nvPr/>
        </p:nvSpPr>
        <p:spPr>
          <a:xfrm>
            <a:off x="9290304" y="54864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6" name="Shape 4"/>
          <p:cNvSpPr/>
          <p:nvPr/>
        </p:nvSpPr>
        <p:spPr>
          <a:xfrm>
            <a:off x="9674352" y="54864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0" y="54864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8" name="Shape 6"/>
          <p:cNvSpPr/>
          <p:nvPr/>
        </p:nvSpPr>
        <p:spPr>
          <a:xfrm>
            <a:off x="10442448" y="54864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9" name="Shape 7"/>
          <p:cNvSpPr/>
          <p:nvPr/>
        </p:nvSpPr>
        <p:spPr>
          <a:xfrm>
            <a:off x="10826496" y="54864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932688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11" name="Shape 9"/>
          <p:cNvSpPr/>
          <p:nvPr/>
        </p:nvSpPr>
        <p:spPr>
          <a:xfrm>
            <a:off x="8522208" y="932688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12" name="Shape 10"/>
          <p:cNvSpPr/>
          <p:nvPr/>
        </p:nvSpPr>
        <p:spPr>
          <a:xfrm>
            <a:off x="8906256" y="932688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13" name="Shape 11"/>
          <p:cNvSpPr/>
          <p:nvPr/>
        </p:nvSpPr>
        <p:spPr>
          <a:xfrm>
            <a:off x="9290304" y="932688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4352" y="932688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0" y="932688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42448" y="932688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826496" y="932688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0" y="1316736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19" name="Shape 17"/>
          <p:cNvSpPr/>
          <p:nvPr/>
        </p:nvSpPr>
        <p:spPr>
          <a:xfrm>
            <a:off x="8522208" y="1316736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20" name="Shape 18"/>
          <p:cNvSpPr/>
          <p:nvPr/>
        </p:nvSpPr>
        <p:spPr>
          <a:xfrm>
            <a:off x="8906256" y="1316736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21" name="Shape 19"/>
          <p:cNvSpPr/>
          <p:nvPr/>
        </p:nvSpPr>
        <p:spPr>
          <a:xfrm>
            <a:off x="9290304" y="1316736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22" name="Shape 20"/>
          <p:cNvSpPr/>
          <p:nvPr/>
        </p:nvSpPr>
        <p:spPr>
          <a:xfrm>
            <a:off x="9674352" y="1316736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0" y="1316736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42448" y="1316736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26496" y="1316736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8160" y="1700784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27" name="Shape 25"/>
          <p:cNvSpPr/>
          <p:nvPr/>
        </p:nvSpPr>
        <p:spPr>
          <a:xfrm>
            <a:off x="8522208" y="1700784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28" name="Shape 26"/>
          <p:cNvSpPr/>
          <p:nvPr/>
        </p:nvSpPr>
        <p:spPr>
          <a:xfrm>
            <a:off x="8906256" y="1700784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29" name="Shape 27"/>
          <p:cNvSpPr/>
          <p:nvPr/>
        </p:nvSpPr>
        <p:spPr>
          <a:xfrm>
            <a:off x="9290304" y="1700784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30" name="Shape 28"/>
          <p:cNvSpPr/>
          <p:nvPr/>
        </p:nvSpPr>
        <p:spPr>
          <a:xfrm>
            <a:off x="9674352" y="1700784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58400" y="1700784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32" name="Shape 30"/>
          <p:cNvSpPr/>
          <p:nvPr/>
        </p:nvSpPr>
        <p:spPr>
          <a:xfrm>
            <a:off x="10442448" y="1700784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33" name="Shape 31"/>
          <p:cNvSpPr/>
          <p:nvPr/>
        </p:nvSpPr>
        <p:spPr>
          <a:xfrm>
            <a:off x="10826496" y="1700784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34" name="Shape 32"/>
          <p:cNvSpPr/>
          <p:nvPr/>
        </p:nvSpPr>
        <p:spPr>
          <a:xfrm>
            <a:off x="8138160" y="2084832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35" name="Shape 33"/>
          <p:cNvSpPr/>
          <p:nvPr/>
        </p:nvSpPr>
        <p:spPr>
          <a:xfrm>
            <a:off x="8522208" y="2084832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36" name="Shape 34"/>
          <p:cNvSpPr/>
          <p:nvPr/>
        </p:nvSpPr>
        <p:spPr>
          <a:xfrm>
            <a:off x="8906256" y="2084832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37" name="Shape 35"/>
          <p:cNvSpPr/>
          <p:nvPr/>
        </p:nvSpPr>
        <p:spPr>
          <a:xfrm>
            <a:off x="9290304" y="2084832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38" name="Shape 36"/>
          <p:cNvSpPr/>
          <p:nvPr/>
        </p:nvSpPr>
        <p:spPr>
          <a:xfrm>
            <a:off x="9674352" y="2084832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39" name="Shape 37"/>
          <p:cNvSpPr/>
          <p:nvPr/>
        </p:nvSpPr>
        <p:spPr>
          <a:xfrm>
            <a:off x="10058400" y="2084832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40" name="Shape 38"/>
          <p:cNvSpPr/>
          <p:nvPr/>
        </p:nvSpPr>
        <p:spPr>
          <a:xfrm>
            <a:off x="10442448" y="2084832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41" name="Shape 39"/>
          <p:cNvSpPr/>
          <p:nvPr/>
        </p:nvSpPr>
        <p:spPr>
          <a:xfrm>
            <a:off x="10826496" y="2084832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42" name="Shape 40"/>
          <p:cNvSpPr/>
          <p:nvPr/>
        </p:nvSpPr>
        <p:spPr>
          <a:xfrm>
            <a:off x="8138160" y="246888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43" name="Shape 41"/>
          <p:cNvSpPr/>
          <p:nvPr/>
        </p:nvSpPr>
        <p:spPr>
          <a:xfrm>
            <a:off x="8522208" y="246888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44" name="Shape 42"/>
          <p:cNvSpPr/>
          <p:nvPr/>
        </p:nvSpPr>
        <p:spPr>
          <a:xfrm>
            <a:off x="8906256" y="246888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45" name="Shape 43"/>
          <p:cNvSpPr/>
          <p:nvPr/>
        </p:nvSpPr>
        <p:spPr>
          <a:xfrm>
            <a:off x="9290304" y="246888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46" name="Shape 44"/>
          <p:cNvSpPr/>
          <p:nvPr/>
        </p:nvSpPr>
        <p:spPr>
          <a:xfrm>
            <a:off x="9674352" y="246888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47" name="Shape 45"/>
          <p:cNvSpPr/>
          <p:nvPr/>
        </p:nvSpPr>
        <p:spPr>
          <a:xfrm>
            <a:off x="10058400" y="246888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48" name="Shape 46"/>
          <p:cNvSpPr/>
          <p:nvPr/>
        </p:nvSpPr>
        <p:spPr>
          <a:xfrm>
            <a:off x="10442448" y="246888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49" name="Shape 47"/>
          <p:cNvSpPr/>
          <p:nvPr/>
        </p:nvSpPr>
        <p:spPr>
          <a:xfrm>
            <a:off x="10826496" y="246888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50" name="Shape 48"/>
          <p:cNvSpPr/>
          <p:nvPr/>
        </p:nvSpPr>
        <p:spPr>
          <a:xfrm>
            <a:off x="822960" y="2331720"/>
            <a:ext cx="457200" cy="41148"/>
          </a:xfrm>
          <a:prstGeom prst="rect">
            <a:avLst/>
          </a:prstGeom>
          <a:solidFill>
            <a:srgbClr val="5B5FE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229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>
                <a:solidFill>
                  <a:srgbClr val="9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 ASCENSION 2026</a:t>
            </a:r>
            <a:endParaRPr lang="en-US" sz="1400"/>
          </a:p>
        </p:txBody>
      </p:sp>
      <p:sp>
        <p:nvSpPr>
          <p:cNvPr id="52" name="Text 50"/>
          <p:cNvSpPr txBox="1"/>
          <p:nvPr/>
        </p:nvSpPr>
        <p:spPr>
          <a:xfrm>
            <a:off x="777240" y="28803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RESPONIX </a:t>
            </a:r>
            <a:endParaRPr lang="en-US" sz="4800"/>
          </a:p>
        </p:txBody>
      </p:sp>
      <p:sp>
        <p:nvSpPr>
          <p:cNvPr id="53" name="Text 51"/>
          <p:cNvSpPr txBox="1"/>
          <p:nvPr/>
        </p:nvSpPr>
        <p:spPr>
          <a:xfrm>
            <a:off x="822960" y="4293108"/>
            <a:ext cx="100584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NEURAFORGE  </a:t>
            </a:r>
          </a:p>
          <a:p>
            <a:pPr marL="0" indent="0">
              <a:buNone/>
            </a:pPr>
            <a:r>
              <a:rPr lang="en-US" sz="160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: Real time emergency and staff response system</a:t>
            </a:r>
          </a:p>
          <a:p>
            <a:pPr marL="0" indent="0">
              <a:buNone/>
            </a:pPr>
            <a:r>
              <a:rPr lang="en-US" sz="160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: 6  </a:t>
            </a:r>
          </a:p>
          <a:p>
            <a:pPr marL="0" indent="0">
              <a:buNone/>
            </a:pPr>
            <a:r>
              <a:rPr lang="en-US" sz="160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600"/>
          </a:p>
        </p:txBody>
      </p:sp>
      <p:sp>
        <p:nvSpPr>
          <p:cNvPr id="54" name="Text 52"/>
          <p:cNvSpPr txBox="1"/>
          <p:nvPr/>
        </p:nvSpPr>
        <p:spPr>
          <a:xfrm>
            <a:off x="82296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6C6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BUILT FOR HACK ASCENSION 2026</a:t>
            </a:r>
            <a:endParaRPr lang="en-US" sz="100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679318D4-8A9C-0260-7E14-9EA271DCF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832072">
            <a:off x="11424417" y="210414"/>
            <a:ext cx="590542" cy="5971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 ASCENSION 2026</a:t>
            </a:r>
            <a:endParaRPr lang="en-US" sz="1000"/>
          </a:p>
        </p:txBody>
      </p:sp>
      <p:sp>
        <p:nvSpPr>
          <p:cNvPr id="3" name="Text 1"/>
          <p:cNvSpPr txBox="1"/>
          <p:nvPr/>
        </p:nvSpPr>
        <p:spPr>
          <a:xfrm>
            <a:off x="9905695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0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">
                <a:solidFill>
                  <a:srgbClr val="5B5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| </a:t>
            </a:r>
            <a:r>
              <a:rPr lang="en-US" sz="2600" b="1" kern="0" spc="30">
                <a:solidFill>
                  <a:srgbClr val="1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1274552" cy="12802"/>
          </a:xfrm>
          <a:prstGeom prst="rect">
            <a:avLst/>
          </a:prstGeom>
          <a:solidFill>
            <a:srgbClr val="E3E4E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11274552" cy="1737360"/>
          </a:xfrm>
          <a:prstGeom prst="roundRect">
            <a:avLst>
              <a:gd name="adj" fmla="val 4211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  <p:txBody>
          <a:bodyPr/>
          <a:lstStyle/>
          <a:p>
            <a:r>
              <a:rPr lang="en-IN" sz="6000" b="1"/>
              <a:t>STAFF NO-SHOW PANIC BUTTON </a:t>
            </a:r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3886200"/>
            <a:ext cx="457200" cy="457200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/>
          </a:p>
        </p:txBody>
      </p:sp>
      <p:sp>
        <p:nvSpPr>
          <p:cNvPr id="11" name="Text 9"/>
          <p:cNvSpPr txBox="1"/>
          <p:nvPr/>
        </p:nvSpPr>
        <p:spPr>
          <a:xfrm>
            <a:off x="731520" y="4480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300"/>
          </a:p>
        </p:txBody>
      </p:sp>
      <p:sp>
        <p:nvSpPr>
          <p:cNvPr id="12" name="Text 10"/>
          <p:cNvSpPr txBox="1"/>
          <p:nvPr/>
        </p:nvSpPr>
        <p:spPr>
          <a:xfrm>
            <a:off x="731520" y="4846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AutoNum type="arabicPeriod"/>
            </a:pPr>
            <a:r>
              <a:rPr lang="en-US" sz="13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</a:p>
          <a:p>
            <a:pPr marL="342900" indent="-342900">
              <a:buAutoNum type="arabicPeriod"/>
            </a:pPr>
            <a:r>
              <a:rPr lang="en-US" sz="13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AND ARMY </a:t>
            </a:r>
          </a:p>
          <a:p>
            <a:pPr marL="342900" indent="-342900">
              <a:buAutoNum type="arabicPeriod"/>
            </a:pPr>
            <a:r>
              <a:rPr lang="en-US" sz="13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 </a:t>
            </a:r>
          </a:p>
          <a:p>
            <a:pPr marL="342900" indent="-342900">
              <a:buAutoNum type="arabicPeriod"/>
            </a:pPr>
            <a:r>
              <a:rPr lang="en-US" sz="13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STORES</a:t>
            </a:r>
          </a:p>
        </p:txBody>
      </p:sp>
      <p:sp>
        <p:nvSpPr>
          <p:cNvPr id="13" name="Shape 11"/>
          <p:cNvSpPr/>
          <p:nvPr/>
        </p:nvSpPr>
        <p:spPr>
          <a:xfrm>
            <a:off x="4306824" y="36118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35424" y="3886200"/>
            <a:ext cx="457200" cy="457200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35424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16" name="Text 14"/>
          <p:cNvSpPr txBox="1"/>
          <p:nvPr/>
        </p:nvSpPr>
        <p:spPr>
          <a:xfrm>
            <a:off x="4581144" y="4480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/>
          </a:p>
        </p:txBody>
      </p:sp>
      <p:sp>
        <p:nvSpPr>
          <p:cNvPr id="17" name="Text 15"/>
          <p:cNvSpPr txBox="1"/>
          <p:nvPr/>
        </p:nvSpPr>
        <p:spPr>
          <a:xfrm>
            <a:off x="4581144" y="4846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staff no-show can disrupt an entire shift. Our system minimizes downtime by rapidly finding the right qualified replacement and restoring operations before service is affected.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8156448" y="36118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85048" y="3886200"/>
            <a:ext cx="457200" cy="457200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85048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/>
          </a:p>
        </p:txBody>
      </p:sp>
      <p:sp>
        <p:nvSpPr>
          <p:cNvPr id="21" name="Text 19"/>
          <p:cNvSpPr txBox="1"/>
          <p:nvPr/>
        </p:nvSpPr>
        <p:spPr>
          <a:xfrm>
            <a:off x="8430768" y="4480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/>
          </a:p>
        </p:txBody>
      </p:sp>
      <p:sp>
        <p:nvSpPr>
          <p:cNvPr id="22" name="Text 20"/>
          <p:cNvSpPr txBox="1"/>
          <p:nvPr/>
        </p:nvSpPr>
        <p:spPr>
          <a:xfrm>
            <a:off x="8430768" y="4846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high-dependency workplaces, unexpected staff absence can immediately affect operations. A fast, reliable replacement mechanism is essential to maintain continuity.</a:t>
            </a:r>
            <a:endParaRPr lang="en-US" sz="130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B89FB1E-E91C-2684-F0E0-B9C219C3F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65977"/>
            <a:ext cx="775337" cy="775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 ASCENSION 2026</a:t>
            </a:r>
            <a:endParaRPr lang="en-US" sz="1000"/>
          </a:p>
        </p:txBody>
      </p:sp>
      <p:sp>
        <p:nvSpPr>
          <p:cNvPr id="3" name="Text 1"/>
          <p:cNvSpPr txBox="1"/>
          <p:nvPr/>
        </p:nvSpPr>
        <p:spPr>
          <a:xfrm>
            <a:off x="9905695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0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">
                <a:solidFill>
                  <a:srgbClr val="5B5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| </a:t>
            </a:r>
            <a:r>
              <a:rPr lang="en-US" sz="2600" b="1" kern="0" spc="30">
                <a:solidFill>
                  <a:srgbClr val="1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UNDERSTANDING &amp; EXISTING GAPS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1274552" cy="12802"/>
          </a:xfrm>
          <a:prstGeom prst="rect">
            <a:avLst/>
          </a:prstGeom>
          <a:solidFill>
            <a:srgbClr val="E3E4E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EEEFC"/>
          </a:solidFill>
          <a:ln/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APPROACH</a:t>
            </a:r>
            <a:endParaRPr lang="en-US" sz="1200"/>
          </a:p>
        </p:txBody>
      </p:sp>
      <p:sp>
        <p:nvSpPr>
          <p:cNvPr id="8" name="Text 6"/>
          <p:cNvSpPr txBox="1"/>
          <p:nvPr/>
        </p:nvSpPr>
        <p:spPr>
          <a:xfrm>
            <a:off x="731520" y="1951330"/>
            <a:ext cx="1069848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/>
              <a:t>Managers typically handle staff no-show manually by calling or messaging available employees, checking schedules, and arranging replacements based on availability 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45720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GAPS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448429" y="3351276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34564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B5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/>
          </a:p>
        </p:txBody>
      </p:sp>
      <p:sp>
        <p:nvSpPr>
          <p:cNvPr id="12" name="Text 10"/>
          <p:cNvSpPr txBox="1"/>
          <p:nvPr/>
        </p:nvSpPr>
        <p:spPr>
          <a:xfrm>
            <a:off x="685800" y="3794760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/>
              <a:t>SLOW RESPONSE </a:t>
            </a:r>
            <a:r>
              <a:rPr lang="en-US" sz="1300"/>
              <a:t>:</a:t>
            </a:r>
          </a:p>
          <a:p>
            <a:pPr marL="0" indent="0">
              <a:buNone/>
            </a:pPr>
            <a:r>
              <a:rPr lang="en-US" sz="1300"/>
              <a:t>   Manual calling and coordination wastes critical time during an unexpected absence. </a:t>
            </a:r>
          </a:p>
        </p:txBody>
      </p:sp>
      <p:sp>
        <p:nvSpPr>
          <p:cNvPr id="13" name="Shape 11"/>
          <p:cNvSpPr/>
          <p:nvPr/>
        </p:nvSpPr>
        <p:spPr>
          <a:xfrm>
            <a:off x="3282696" y="3351276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538728" y="34564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B5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/>
          </a:p>
        </p:txBody>
      </p:sp>
      <p:sp>
        <p:nvSpPr>
          <p:cNvPr id="15" name="Text 13"/>
          <p:cNvSpPr txBox="1"/>
          <p:nvPr/>
        </p:nvSpPr>
        <p:spPr>
          <a:xfrm>
            <a:off x="3538728" y="3794760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latin typeface="Calibri" pitchFamily="34" charset="0"/>
                <a:ea typeface="Calibri" pitchFamily="34" charset="-122"/>
                <a:cs typeface="Calibri" pitchFamily="34" charset="-120"/>
              </a:rPr>
              <a:t>WRONG MATCH </a:t>
            </a:r>
            <a:r>
              <a:rPr lang="en-US" sz="1300"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</a:p>
          <a:p>
            <a:pPr marL="0" indent="0">
              <a:buNone/>
            </a:pPr>
            <a:r>
              <a:rPr lang="en-US" sz="1300">
                <a:latin typeface="Calibri" pitchFamily="34" charset="0"/>
                <a:ea typeface="Calibri" pitchFamily="34" charset="-122"/>
                <a:cs typeface="Calibri" pitchFamily="34" charset="-120"/>
              </a:rPr>
              <a:t>  Replacement is often chosen based on availability rather than skill, role, workload and proximity.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6209709" y="3351276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91656" y="34564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B5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/>
          </a:p>
        </p:txBody>
      </p:sp>
      <p:sp>
        <p:nvSpPr>
          <p:cNvPr id="18" name="Text 16"/>
          <p:cNvSpPr txBox="1"/>
          <p:nvPr/>
        </p:nvSpPr>
        <p:spPr>
          <a:xfrm>
            <a:off x="6391656" y="3794760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ESCALATION </a:t>
            </a:r>
            <a:r>
              <a:rPr lang="en-US" sz="1300"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</a:p>
          <a:p>
            <a:pPr marL="0" indent="0">
              <a:buNone/>
            </a:pPr>
            <a:r>
              <a:rPr lang="en-US" sz="1300">
                <a:latin typeface="Calibri" pitchFamily="34" charset="0"/>
                <a:ea typeface="Calibri" pitchFamily="34" charset="-122"/>
                <a:cs typeface="Calibri" pitchFamily="34" charset="-120"/>
              </a:rPr>
              <a:t>  If the 1</a:t>
            </a:r>
            <a:r>
              <a:rPr lang="en-US" sz="1300" baseline="30000"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r>
              <a:rPr lang="en-US" sz="1300">
                <a:latin typeface="Calibri" pitchFamily="34" charset="0"/>
                <a:ea typeface="Calibri" pitchFamily="34" charset="-122"/>
                <a:cs typeface="Calibri" pitchFamily="34" charset="-120"/>
              </a:rPr>
              <a:t> person doesn’t respond, manages must manually search for the next replacement.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9025128" y="3356874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44584" y="34564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B5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/>
          </a:p>
        </p:txBody>
      </p:sp>
      <p:sp>
        <p:nvSpPr>
          <p:cNvPr id="21" name="Text 19"/>
          <p:cNvSpPr txBox="1"/>
          <p:nvPr/>
        </p:nvSpPr>
        <p:spPr>
          <a:xfrm>
            <a:off x="9244584" y="3794760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latin typeface="Calibri" pitchFamily="34" charset="0"/>
                <a:ea typeface="Calibri" pitchFamily="34" charset="-122"/>
                <a:cs typeface="Calibri" pitchFamily="34" charset="-120"/>
              </a:rPr>
              <a:t>NO IMPACT AWARENESS </a:t>
            </a:r>
            <a:r>
              <a:rPr lang="en-US" sz="13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</a:p>
          <a:p>
            <a:pPr marL="0" indent="0">
              <a:buNone/>
            </a:pPr>
            <a:r>
              <a:rPr lang="en-US" sz="13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approaches rarely determine which absence is most critical or prioritize recovery accordingly.</a:t>
            </a:r>
            <a:endParaRPr lang="en-US" sz="1300"/>
          </a:p>
        </p:txBody>
      </p:sp>
      <p:sp>
        <p:nvSpPr>
          <p:cNvPr id="22" name="Shape 20"/>
          <p:cNvSpPr/>
          <p:nvPr/>
        </p:nvSpPr>
        <p:spPr>
          <a:xfrm>
            <a:off x="457200" y="498348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1315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138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/>
          </a:p>
        </p:txBody>
      </p:sp>
      <p:sp>
        <p:nvSpPr>
          <p:cNvPr id="24" name="Text 22"/>
          <p:cNvSpPr txBox="1"/>
          <p:nvPr/>
        </p:nvSpPr>
        <p:spPr>
          <a:xfrm>
            <a:off x="716280" y="541324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bg1"/>
                </a:solidFill>
              </a:rPr>
              <a:t>Existing systems manage workforce schedules; our solution manages the unexpected moment when the schedule fails.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370476B-95F7-BF2E-06A7-F36A1E582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57351"/>
            <a:ext cx="775337" cy="775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 ASCENSION 2026</a:t>
            </a:r>
            <a:endParaRPr lang="en-US" sz="1000"/>
          </a:p>
        </p:txBody>
      </p:sp>
      <p:sp>
        <p:nvSpPr>
          <p:cNvPr id="3" name="Text 1"/>
          <p:cNvSpPr txBox="1"/>
          <p:nvPr/>
        </p:nvSpPr>
        <p:spPr>
          <a:xfrm>
            <a:off x="9905695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00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">
                <a:solidFill>
                  <a:srgbClr val="5B5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| </a:t>
            </a:r>
            <a:r>
              <a:rPr lang="en-US" sz="2600" b="1" kern="0" spc="30">
                <a:solidFill>
                  <a:srgbClr val="1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1274552" cy="12802"/>
          </a:xfrm>
          <a:prstGeom prst="rect">
            <a:avLst/>
          </a:prstGeom>
          <a:solidFill>
            <a:srgbClr val="E3E4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1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[ONE-LINE SOLUTION DESCRIPTION]</a:t>
            </a:r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952348" y="23317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52348" y="2331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/>
              <a:t>INPUT :</a:t>
            </a:r>
          </a:p>
          <a:p>
            <a:pPr marL="0" indent="0" algn="ctr">
              <a:buNone/>
            </a:pPr>
            <a:r>
              <a:rPr lang="en-US" sz="1400"/>
              <a:t>Staff no-show + Role + Shift + Location </a:t>
            </a:r>
          </a:p>
          <a:p>
            <a:pPr marL="0" indent="0" algn="ctr">
              <a:buNone/>
            </a:pPr>
            <a:endParaRPr lang="en-US" sz="1400"/>
          </a:p>
        </p:txBody>
      </p:sp>
      <p:sp>
        <p:nvSpPr>
          <p:cNvPr id="9" name="Text 7"/>
          <p:cNvSpPr txBox="1"/>
          <p:nvPr/>
        </p:nvSpPr>
        <p:spPr>
          <a:xfrm>
            <a:off x="3284068" y="233172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/>
          </a:p>
        </p:txBody>
      </p:sp>
      <p:sp>
        <p:nvSpPr>
          <p:cNvPr id="10" name="Shape 8"/>
          <p:cNvSpPr/>
          <p:nvPr/>
        </p:nvSpPr>
        <p:spPr>
          <a:xfrm>
            <a:off x="3604108" y="23317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487522" y="2331720"/>
            <a:ext cx="24560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: </a:t>
            </a:r>
          </a:p>
          <a:p>
            <a:pPr marL="0" indent="0" algn="ctr">
              <a:buNone/>
            </a:pPr>
            <a:r>
              <a:rPr lang="en-US" sz="1400" kern="0" spc="10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critically     match skills    rank candidates   </a:t>
            </a:r>
          </a:p>
          <a:p>
            <a:pPr marL="0" indent="0" algn="ctr">
              <a:buNone/>
            </a:pPr>
            <a:r>
              <a:rPr lang="en-US" sz="1400" kern="0" spc="10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response time</a:t>
            </a:r>
            <a:r>
              <a:rPr lang="en-US" sz="1400" b="1" kern="0" spc="10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     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5935828" y="233172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/>
          </a:p>
        </p:txBody>
      </p:sp>
      <p:sp>
        <p:nvSpPr>
          <p:cNvPr id="13" name="Shape 11"/>
          <p:cNvSpPr/>
          <p:nvPr/>
        </p:nvSpPr>
        <p:spPr>
          <a:xfrm>
            <a:off x="6255868" y="23317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5B5FEF"/>
          </a:solidFill>
          <a:ln/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55868" y="2331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</a:t>
            </a:r>
          </a:p>
          <a:p>
            <a:pPr marL="0" indent="0" algn="ctr">
              <a:buNone/>
            </a:pPr>
            <a:r>
              <a:rPr lang="en-US" sz="1400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Recovery Engine + Automated Escalation </a:t>
            </a:r>
            <a:endParaRPr lang="en-US" sz="1400"/>
          </a:p>
        </p:txBody>
      </p:sp>
      <p:sp>
        <p:nvSpPr>
          <p:cNvPr id="15" name="Text 13"/>
          <p:cNvSpPr txBox="1"/>
          <p:nvPr/>
        </p:nvSpPr>
        <p:spPr>
          <a:xfrm>
            <a:off x="8587588" y="233172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/>
          </a:p>
        </p:txBody>
      </p:sp>
      <p:sp>
        <p:nvSpPr>
          <p:cNvPr id="16" name="Shape 14"/>
          <p:cNvSpPr/>
          <p:nvPr/>
        </p:nvSpPr>
        <p:spPr>
          <a:xfrm>
            <a:off x="8907628" y="23317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88552" y="232239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: </a:t>
            </a:r>
          </a:p>
          <a:p>
            <a:pPr marL="0" indent="0" algn="ctr">
              <a:buNone/>
            </a:pPr>
            <a:r>
              <a:rPr lang="en-US" sz="1400" kern="0" spc="10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replacement, Less disruption, Continuous operations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5486400" cy="2606040"/>
          </a:xfrm>
          <a:prstGeom prst="roundRect">
            <a:avLst>
              <a:gd name="adj" fmla="val 2807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45352" y="361188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EEEE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473952" y="3817620"/>
            <a:ext cx="365760" cy="365760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73952" y="38176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23" name="Text 21"/>
          <p:cNvSpPr txBox="1"/>
          <p:nvPr/>
        </p:nvSpPr>
        <p:spPr>
          <a:xfrm>
            <a:off x="6995160" y="36118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RECOVERY SCORE </a:t>
            </a:r>
            <a:r>
              <a:rPr lang="en-US" sz="130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br>
              <a:rPr lang="en-US" sz="130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 ranks replacements by skill, proximity, availability, workload, and reliability to find the best fit.</a:t>
            </a:r>
            <a:endParaRPr lang="en-US" sz="1300"/>
          </a:p>
        </p:txBody>
      </p:sp>
      <p:sp>
        <p:nvSpPr>
          <p:cNvPr id="24" name="Shape 22"/>
          <p:cNvSpPr/>
          <p:nvPr/>
        </p:nvSpPr>
        <p:spPr>
          <a:xfrm>
            <a:off x="6255868" y="4524879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EEEE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3952" y="4732020"/>
            <a:ext cx="365760" cy="365760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56005" y="473061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27" name="Text 25"/>
          <p:cNvSpPr txBox="1"/>
          <p:nvPr/>
        </p:nvSpPr>
        <p:spPr>
          <a:xfrm>
            <a:off x="6995160" y="45262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ESCALATION :</a:t>
            </a:r>
            <a:r>
              <a:rPr lang="en-US" sz="130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30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Automatically contacts candidates in priority order and escalates until the shift is successfully covered.</a:t>
            </a:r>
            <a:endParaRPr lang="en-US" sz="1300"/>
          </a:p>
        </p:txBody>
      </p:sp>
      <p:sp>
        <p:nvSpPr>
          <p:cNvPr id="28" name="Shape 26"/>
          <p:cNvSpPr/>
          <p:nvPr/>
        </p:nvSpPr>
        <p:spPr>
          <a:xfrm>
            <a:off x="6245352" y="544068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EEEEFC"/>
          </a:solidFill>
          <a:ln/>
        </p:spPr>
      </p:sp>
      <p:sp>
        <p:nvSpPr>
          <p:cNvPr id="29" name="Shape 27"/>
          <p:cNvSpPr/>
          <p:nvPr/>
        </p:nvSpPr>
        <p:spPr>
          <a:xfrm>
            <a:off x="6473952" y="5646420"/>
            <a:ext cx="365760" cy="365760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73952" y="56464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31" name="Text 29"/>
          <p:cNvSpPr txBox="1"/>
          <p:nvPr/>
        </p:nvSpPr>
        <p:spPr>
          <a:xfrm>
            <a:off x="6995160" y="54406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CRITICALITY-AWARE RECOVERY : </a:t>
            </a:r>
          </a:p>
          <a:p>
            <a:pPr marL="0" indent="0">
              <a:buNone/>
            </a:pPr>
            <a:r>
              <a:rPr lang="en-US" sz="130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Identifies the operational impact of each no-show and prioritizes the most critical vacancies first.</a:t>
            </a:r>
            <a:endParaRPr lang="en-US" sz="130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5DEB6F7-037B-F449-A5E4-E10DBEE6F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57351"/>
            <a:ext cx="775337" cy="775337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906B410-0E20-322A-CCB0-8F70F092C322}"/>
              </a:ext>
            </a:extLst>
          </p:cNvPr>
          <p:cNvCxnSpPr>
            <a:cxnSpLocks/>
          </p:cNvCxnSpPr>
          <p:nvPr/>
        </p:nvCxnSpPr>
        <p:spPr>
          <a:xfrm>
            <a:off x="5001208" y="2696548"/>
            <a:ext cx="1959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22B8BEA-6C69-5C39-F974-F34AD5BB32CE}"/>
              </a:ext>
            </a:extLst>
          </p:cNvPr>
          <p:cNvCxnSpPr>
            <a:cxnSpLocks/>
          </p:cNvCxnSpPr>
          <p:nvPr/>
        </p:nvCxnSpPr>
        <p:spPr>
          <a:xfrm>
            <a:off x="4189444" y="2911150"/>
            <a:ext cx="177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4AE41C6-26EB-BDF2-1C64-8830051E4F7F}"/>
              </a:ext>
            </a:extLst>
          </p:cNvPr>
          <p:cNvCxnSpPr>
            <a:cxnSpLocks/>
          </p:cNvCxnSpPr>
          <p:nvPr/>
        </p:nvCxnSpPr>
        <p:spPr>
          <a:xfrm>
            <a:off x="5693067" y="2911150"/>
            <a:ext cx="2505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91D84D3C-1AE7-9854-557F-EB5F7BA29E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635" r="-76" b="5292"/>
          <a:stretch>
            <a:fillRect/>
          </a:stretch>
        </p:blipFill>
        <p:spPr>
          <a:xfrm>
            <a:off x="241610" y="3698568"/>
            <a:ext cx="6086717" cy="29536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 ASCENSION 2026</a:t>
            </a:r>
            <a:endParaRPr lang="en-US" sz="1000"/>
          </a:p>
        </p:txBody>
      </p:sp>
      <p:sp>
        <p:nvSpPr>
          <p:cNvPr id="3" name="Text 1"/>
          <p:cNvSpPr txBox="1"/>
          <p:nvPr/>
        </p:nvSpPr>
        <p:spPr>
          <a:xfrm>
            <a:off x="9905695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00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">
                <a:solidFill>
                  <a:srgbClr val="5B5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| </a:t>
            </a:r>
            <a:r>
              <a:rPr lang="en-US" sz="2600" b="1" kern="0" spc="30">
                <a:solidFill>
                  <a:srgbClr val="1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&amp; UNIQUENESS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1274552" cy="12802"/>
          </a:xfrm>
          <a:prstGeom prst="rect">
            <a:avLst/>
          </a:prstGeom>
          <a:solidFill>
            <a:srgbClr val="E3E4E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31520" y="18013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13152B"/>
          </a:solidFill>
          <a:ln/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19672" y="18013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/>
          </a:p>
        </p:txBody>
      </p:sp>
      <p:sp>
        <p:nvSpPr>
          <p:cNvPr id="10" name="Text 8"/>
          <p:cNvSpPr txBox="1"/>
          <p:nvPr/>
        </p:nvSpPr>
        <p:spPr>
          <a:xfrm>
            <a:off x="73152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3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Focus on planned scheduling. </a:t>
            </a:r>
            <a:endParaRPr lang="en-US" sz="1300"/>
          </a:p>
        </p:txBody>
      </p:sp>
      <p:sp>
        <p:nvSpPr>
          <p:cNvPr id="11" name="Text 9"/>
          <p:cNvSpPr txBox="1"/>
          <p:nvPr/>
        </p:nvSpPr>
        <p:spPr>
          <a:xfrm>
            <a:off x="6519672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D7D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•Focus on sudden emergency no-shows</a:t>
            </a:r>
            <a:endParaRPr lang="en-US" sz="1300"/>
          </a:p>
        </p:txBody>
      </p:sp>
      <p:sp>
        <p:nvSpPr>
          <p:cNvPr id="12" name="Text 10"/>
          <p:cNvSpPr txBox="1"/>
          <p:nvPr/>
        </p:nvSpPr>
        <p:spPr>
          <a:xfrm>
            <a:off x="73152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3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Manager manually searches for replacements.</a:t>
            </a:r>
            <a:endParaRPr lang="en-US" sz="1300"/>
          </a:p>
        </p:txBody>
      </p:sp>
      <p:sp>
        <p:nvSpPr>
          <p:cNvPr id="13" name="Text 11"/>
          <p:cNvSpPr txBox="1"/>
          <p:nvPr/>
        </p:nvSpPr>
        <p:spPr>
          <a:xfrm>
            <a:off x="6519672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D7D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•AI automatically ranks the best-fit replacement </a:t>
            </a:r>
            <a:endParaRPr lang="en-US" sz="1300"/>
          </a:p>
        </p:txBody>
      </p:sp>
      <p:sp>
        <p:nvSpPr>
          <p:cNvPr id="14" name="Text 12"/>
          <p:cNvSpPr txBox="1"/>
          <p:nvPr/>
        </p:nvSpPr>
        <p:spPr>
          <a:xfrm>
            <a:off x="73152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3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Mainly considers availability.</a:t>
            </a:r>
            <a:endParaRPr lang="en-US" sz="1300"/>
          </a:p>
        </p:txBody>
      </p:sp>
      <p:sp>
        <p:nvSpPr>
          <p:cNvPr id="15" name="Text 13"/>
          <p:cNvSpPr txBox="1"/>
          <p:nvPr/>
        </p:nvSpPr>
        <p:spPr>
          <a:xfrm>
            <a:off x="6519672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D7D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•Considers skill, distance, workload and reliability </a:t>
            </a:r>
            <a:endParaRPr lang="en-US" sz="1300"/>
          </a:p>
        </p:txBody>
      </p:sp>
      <p:sp>
        <p:nvSpPr>
          <p:cNvPr id="16" name="Text 14"/>
          <p:cNvSpPr txBox="1"/>
          <p:nvPr/>
        </p:nvSpPr>
        <p:spPr>
          <a:xfrm>
            <a:off x="731520" y="3520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3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Sends requests/ notification.</a:t>
            </a:r>
            <a:endParaRPr lang="en-US" sz="1300"/>
          </a:p>
        </p:txBody>
      </p:sp>
      <p:sp>
        <p:nvSpPr>
          <p:cNvPr id="17" name="Text 15"/>
          <p:cNvSpPr txBox="1"/>
          <p:nvPr/>
        </p:nvSpPr>
        <p:spPr>
          <a:xfrm>
            <a:off x="6519672" y="3520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D7D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•Automatically escalates until the shift is covered </a:t>
            </a:r>
            <a:endParaRPr lang="en-US" sz="1300"/>
          </a:p>
        </p:txBody>
      </p:sp>
      <p:sp>
        <p:nvSpPr>
          <p:cNvPr id="18" name="Text 16"/>
          <p:cNvSpPr txBox="1"/>
          <p:nvPr/>
        </p:nvSpPr>
        <p:spPr>
          <a:xfrm>
            <a:off x="45720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INNOVATIONS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3648456" cy="960120"/>
          </a:xfrm>
          <a:prstGeom prst="roundRect">
            <a:avLst>
              <a:gd name="adj" fmla="val 7619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85800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5B5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/>
          </a:p>
        </p:txBody>
      </p:sp>
      <p:sp>
        <p:nvSpPr>
          <p:cNvPr id="21" name="Text 19"/>
          <p:cNvSpPr txBox="1"/>
          <p:nvPr/>
        </p:nvSpPr>
        <p:spPr>
          <a:xfrm>
            <a:off x="685800" y="4898571"/>
            <a:ext cx="3191256" cy="4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PERSON </a:t>
            </a:r>
            <a:r>
              <a:rPr lang="en-US" sz="12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</a:p>
          <a:p>
            <a:pPr marL="0" indent="0">
              <a:buNone/>
            </a:pPr>
            <a:r>
              <a:rPr lang="en-US" sz="12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 finds the best fit qualified replacement, not simply an available one.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4270248" y="4480560"/>
            <a:ext cx="3648456" cy="960120"/>
          </a:xfrm>
          <a:prstGeom prst="roundRect">
            <a:avLst>
              <a:gd name="adj" fmla="val 7619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498848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5B5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/>
          </a:p>
        </p:txBody>
      </p:sp>
      <p:sp>
        <p:nvSpPr>
          <p:cNvPr id="24" name="Text 22"/>
          <p:cNvSpPr txBox="1"/>
          <p:nvPr/>
        </p:nvSpPr>
        <p:spPr>
          <a:xfrm>
            <a:off x="4498848" y="4898571"/>
            <a:ext cx="3191256" cy="4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ORDER : </a:t>
            </a:r>
          </a:p>
          <a:p>
            <a:pPr marL="0" indent="0">
              <a:buNone/>
            </a:pPr>
            <a:r>
              <a:rPr lang="en-US" sz="12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 contacts candidates in the optimal sequence escalates automatically. 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8083296" y="4480560"/>
            <a:ext cx="3648456" cy="960120"/>
          </a:xfrm>
          <a:prstGeom prst="roundRect">
            <a:avLst>
              <a:gd name="adj" fmla="val 7619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311896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5B5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/>
          </a:p>
        </p:txBody>
      </p:sp>
      <p:sp>
        <p:nvSpPr>
          <p:cNvPr id="27" name="Text 25"/>
          <p:cNvSpPr txBox="1"/>
          <p:nvPr/>
        </p:nvSpPr>
        <p:spPr>
          <a:xfrm>
            <a:off x="8311896" y="4898571"/>
            <a:ext cx="3191256" cy="4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PRIORITY : </a:t>
            </a:r>
          </a:p>
          <a:p>
            <a:pPr marL="0" indent="0">
              <a:buNone/>
            </a:pPr>
            <a:r>
              <a:rPr lang="en-US" sz="12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 identifies which absence matters most and recovers critical roles first.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5B5FEF"/>
          </a:solidFill>
          <a:ln/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US? </a:t>
            </a:r>
          </a:p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From “Who can replace them?” to “Who can restore operations fastest?”</a:t>
            </a:r>
            <a:endParaRPr lang="en-US" sz="140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873BD4A-196F-76E0-FE2F-ACFED0B30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65977"/>
            <a:ext cx="775337" cy="7753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 ASCENSION 2026</a:t>
            </a:r>
            <a:endParaRPr lang="en-US" sz="1000"/>
          </a:p>
        </p:txBody>
      </p:sp>
      <p:sp>
        <p:nvSpPr>
          <p:cNvPr id="3" name="Text 1"/>
          <p:cNvSpPr txBox="1"/>
          <p:nvPr/>
        </p:nvSpPr>
        <p:spPr>
          <a:xfrm>
            <a:off x="9905695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00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">
                <a:solidFill>
                  <a:srgbClr val="5B5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| </a:t>
            </a:r>
            <a:r>
              <a:rPr lang="en-US" sz="2600" b="1" kern="0" spc="30">
                <a:solidFill>
                  <a:srgbClr val="1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/ WORKFLOW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1274552" cy="12802"/>
          </a:xfrm>
          <a:prstGeom prst="rect">
            <a:avLst/>
          </a:prstGeom>
          <a:solidFill>
            <a:srgbClr val="E3E4E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11274552" cy="3657600"/>
          </a:xfrm>
          <a:prstGeom prst="roundRect">
            <a:avLst>
              <a:gd name="adj" fmla="val 2000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783080"/>
            <a:ext cx="182880" cy="27432"/>
          </a:xfrm>
          <a:prstGeom prst="rect">
            <a:avLst/>
          </a:prstGeom>
          <a:solidFill>
            <a:srgbClr val="5B5FE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783080"/>
            <a:ext cx="27432" cy="182880"/>
          </a:xfrm>
          <a:prstGeom prst="rect">
            <a:avLst/>
          </a:prstGeom>
          <a:solidFill>
            <a:srgbClr val="5B5FEF"/>
          </a:solidFill>
          <a:ln/>
        </p:spPr>
      </p:sp>
      <p:sp>
        <p:nvSpPr>
          <p:cNvPr id="10" name="Shape 8"/>
          <p:cNvSpPr/>
          <p:nvPr/>
        </p:nvSpPr>
        <p:spPr>
          <a:xfrm>
            <a:off x="11365992" y="1783080"/>
            <a:ext cx="182880" cy="27432"/>
          </a:xfrm>
          <a:prstGeom prst="rect">
            <a:avLst/>
          </a:prstGeom>
          <a:solidFill>
            <a:srgbClr val="5B5FEF"/>
          </a:solidFill>
          <a:ln/>
        </p:spPr>
      </p:sp>
      <p:sp>
        <p:nvSpPr>
          <p:cNvPr id="11" name="Shape 9"/>
          <p:cNvSpPr/>
          <p:nvPr/>
        </p:nvSpPr>
        <p:spPr>
          <a:xfrm>
            <a:off x="11365992" y="1783080"/>
            <a:ext cx="27432" cy="182880"/>
          </a:xfrm>
          <a:prstGeom prst="rect">
            <a:avLst/>
          </a:prstGeom>
          <a:solidFill>
            <a:srgbClr val="5B5FE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4892040"/>
            <a:ext cx="182880" cy="27432"/>
          </a:xfrm>
          <a:prstGeom prst="rect">
            <a:avLst/>
          </a:prstGeom>
          <a:solidFill>
            <a:srgbClr val="5B5FE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4892040"/>
            <a:ext cx="27432" cy="182880"/>
          </a:xfrm>
          <a:prstGeom prst="rect">
            <a:avLst/>
          </a:prstGeom>
          <a:solidFill>
            <a:srgbClr val="5B5FE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365992" y="4892040"/>
            <a:ext cx="182880" cy="27432"/>
          </a:xfrm>
          <a:prstGeom prst="rect">
            <a:avLst/>
          </a:prstGeom>
          <a:solidFill>
            <a:srgbClr val="5B5FE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365992" y="4892040"/>
            <a:ext cx="27432" cy="182880"/>
          </a:xfrm>
          <a:prstGeom prst="rect">
            <a:avLst/>
          </a:prstGeom>
          <a:solidFill>
            <a:srgbClr val="5B5FE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548640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7200" y="559612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/>
          </a:p>
        </p:txBody>
      </p:sp>
      <p:sp>
        <p:nvSpPr>
          <p:cNvPr id="18" name="Text 16"/>
          <p:cNvSpPr txBox="1"/>
          <p:nvPr/>
        </p:nvSpPr>
        <p:spPr>
          <a:xfrm>
            <a:off x="457200" y="59436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6B6E85"/>
                </a:solidFill>
                <a:ea typeface="Calibri"/>
                <a:cs typeface="Calibri"/>
              </a:rPr>
              <a:t>Staff shortage + Staff Data</a:t>
            </a:r>
          </a:p>
        </p:txBody>
      </p:sp>
      <p:sp>
        <p:nvSpPr>
          <p:cNvPr id="19" name="Shape 17"/>
          <p:cNvSpPr/>
          <p:nvPr/>
        </p:nvSpPr>
        <p:spPr>
          <a:xfrm>
            <a:off x="4288536" y="548640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288536" y="559612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00"/>
          </a:p>
        </p:txBody>
      </p:sp>
      <p:sp>
        <p:nvSpPr>
          <p:cNvPr id="21" name="Text 19"/>
          <p:cNvSpPr txBox="1"/>
          <p:nvPr/>
        </p:nvSpPr>
        <p:spPr>
          <a:xfrm>
            <a:off x="4288536" y="59436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6B6E85"/>
                </a:solidFill>
                <a:ea typeface="Calibri"/>
                <a:cs typeface="Calibri"/>
              </a:rPr>
              <a:t>Eligibilty -  AI ranking – Call/SMS - Automatic escalations </a:t>
            </a:r>
          </a:p>
        </p:txBody>
      </p:sp>
      <p:sp>
        <p:nvSpPr>
          <p:cNvPr id="22" name="Shape 20"/>
          <p:cNvSpPr/>
          <p:nvPr/>
        </p:nvSpPr>
        <p:spPr>
          <a:xfrm>
            <a:off x="8119872" y="548640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119872" y="559612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/>
          </a:p>
        </p:txBody>
      </p:sp>
      <p:sp>
        <p:nvSpPr>
          <p:cNvPr id="24" name="Text 22"/>
          <p:cNvSpPr txBox="1"/>
          <p:nvPr/>
        </p:nvSpPr>
        <p:spPr>
          <a:xfrm>
            <a:off x="8119872" y="59436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6B6E85"/>
                </a:solidFill>
                <a:ea typeface="Calibri"/>
                <a:cs typeface="Calibri"/>
              </a:rPr>
              <a:t>Qualified replacement confirmed + coverage restored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E1B791E-48D6-65AF-086B-E42F2A34F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57351"/>
            <a:ext cx="775337" cy="77533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1191D42-71F6-BB05-405C-EBBAF19E9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995" y="1498283"/>
            <a:ext cx="9335770" cy="38614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 ASCENSION 2026</a:t>
            </a:r>
            <a:endParaRPr lang="en-US" sz="1000"/>
          </a:p>
        </p:txBody>
      </p:sp>
      <p:sp>
        <p:nvSpPr>
          <p:cNvPr id="3" name="Text 1"/>
          <p:cNvSpPr txBox="1"/>
          <p:nvPr/>
        </p:nvSpPr>
        <p:spPr>
          <a:xfrm>
            <a:off x="9905695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00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">
                <a:solidFill>
                  <a:srgbClr val="5B5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| </a:t>
            </a:r>
            <a:r>
              <a:rPr lang="en-US" sz="2600" b="1" kern="0" spc="30">
                <a:solidFill>
                  <a:srgbClr val="1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IMPLEMENTATION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1274552" cy="12802"/>
          </a:xfrm>
          <a:prstGeom prst="rect">
            <a:avLst/>
          </a:prstGeom>
          <a:solidFill>
            <a:srgbClr val="E3E4E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3648456" cy="1417320"/>
          </a:xfrm>
          <a:prstGeom prst="roundRect">
            <a:avLst>
              <a:gd name="adj" fmla="val 5161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1792224"/>
            <a:ext cx="384048" cy="384048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/>
          </a:p>
        </p:txBody>
      </p:sp>
      <p:sp>
        <p:nvSpPr>
          <p:cNvPr id="10" name="Text 8"/>
          <p:cNvSpPr txBox="1"/>
          <p:nvPr/>
        </p:nvSpPr>
        <p:spPr>
          <a:xfrm>
            <a:off x="685800" y="237744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 CSS + Vite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4270248" y="1600200"/>
            <a:ext cx="3648456" cy="1417320"/>
          </a:xfrm>
          <a:prstGeom prst="roundRect">
            <a:avLst>
              <a:gd name="adj" fmla="val 5161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62272" y="1792224"/>
            <a:ext cx="384048" cy="384048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62272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4" name="Text 12"/>
          <p:cNvSpPr txBox="1"/>
          <p:nvPr/>
        </p:nvSpPr>
        <p:spPr>
          <a:xfrm>
            <a:off x="5001768" y="1783080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/>
          </a:p>
        </p:txBody>
      </p:sp>
      <p:sp>
        <p:nvSpPr>
          <p:cNvPr id="15" name="Text 13"/>
          <p:cNvSpPr txBox="1"/>
          <p:nvPr/>
        </p:nvSpPr>
        <p:spPr>
          <a:xfrm>
            <a:off x="4498848" y="237744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 + WebSockets 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8083296" y="1600200"/>
            <a:ext cx="3648456" cy="1417320"/>
          </a:xfrm>
          <a:prstGeom prst="roundRect">
            <a:avLst>
              <a:gd name="adj" fmla="val 5161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75320" y="1792224"/>
            <a:ext cx="384048" cy="384048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75320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19" name="Text 17"/>
          <p:cNvSpPr txBox="1"/>
          <p:nvPr/>
        </p:nvSpPr>
        <p:spPr>
          <a:xfrm>
            <a:off x="8814816" y="1783080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/>
          </a:p>
        </p:txBody>
      </p:sp>
      <p:sp>
        <p:nvSpPr>
          <p:cNvPr id="20" name="Text 18"/>
          <p:cNvSpPr txBox="1"/>
          <p:nvPr/>
        </p:nvSpPr>
        <p:spPr>
          <a:xfrm>
            <a:off x="8311896" y="237744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457200" y="3182112"/>
            <a:ext cx="3648456" cy="1417320"/>
          </a:xfrm>
          <a:prstGeom prst="roundRect">
            <a:avLst>
              <a:gd name="adj" fmla="val 5161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" y="3374136"/>
            <a:ext cx="384048" cy="384048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9224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24" name="Text 22"/>
          <p:cNvSpPr txBox="1"/>
          <p:nvPr/>
        </p:nvSpPr>
        <p:spPr>
          <a:xfrm>
            <a:off x="1188720" y="3364992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300"/>
          </a:p>
        </p:txBody>
      </p:sp>
      <p:sp>
        <p:nvSpPr>
          <p:cNvPr id="25" name="Text 23"/>
          <p:cNvSpPr txBox="1"/>
          <p:nvPr/>
        </p:nvSpPr>
        <p:spPr>
          <a:xfrm>
            <a:off x="685800" y="3959352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+ Python – Recovery Score &amp; Candidate Ranking 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4270248" y="3182112"/>
            <a:ext cx="3648456" cy="1417320"/>
          </a:xfrm>
          <a:prstGeom prst="roundRect">
            <a:avLst>
              <a:gd name="adj" fmla="val 5161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62272" y="3374136"/>
            <a:ext cx="384048" cy="384048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462272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/>
          </a:p>
        </p:txBody>
      </p:sp>
      <p:sp>
        <p:nvSpPr>
          <p:cNvPr id="29" name="Text 27"/>
          <p:cNvSpPr txBox="1"/>
          <p:nvPr/>
        </p:nvSpPr>
        <p:spPr>
          <a:xfrm>
            <a:off x="5001768" y="3364992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TOOLS</a:t>
            </a:r>
            <a:endParaRPr lang="en-US" sz="1300"/>
          </a:p>
        </p:txBody>
      </p:sp>
      <p:sp>
        <p:nvSpPr>
          <p:cNvPr id="30" name="Text 28"/>
          <p:cNvSpPr txBox="1"/>
          <p:nvPr/>
        </p:nvSpPr>
        <p:spPr>
          <a:xfrm>
            <a:off x="4498848" y="3959352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+ GitHub + Google Maps API 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8083296" y="3182112"/>
            <a:ext cx="3648456" cy="1417320"/>
          </a:xfrm>
          <a:prstGeom prst="roundRect">
            <a:avLst>
              <a:gd name="adj" fmla="val 5161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75320" y="3374136"/>
            <a:ext cx="384048" cy="384048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7532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/>
          </a:p>
        </p:txBody>
      </p:sp>
      <p:sp>
        <p:nvSpPr>
          <p:cNvPr id="34" name="Text 32"/>
          <p:cNvSpPr txBox="1"/>
          <p:nvPr/>
        </p:nvSpPr>
        <p:spPr>
          <a:xfrm>
            <a:off x="8814816" y="3364992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/>
          </a:p>
        </p:txBody>
      </p:sp>
      <p:sp>
        <p:nvSpPr>
          <p:cNvPr id="35" name="Text 33"/>
          <p:cNvSpPr txBox="1"/>
          <p:nvPr/>
        </p:nvSpPr>
        <p:spPr>
          <a:xfrm>
            <a:off x="8311896" y="3959352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/ PC – No additional hardware required</a:t>
            </a:r>
            <a:endParaRPr lang="en-US" sz="1200"/>
          </a:p>
        </p:txBody>
      </p:sp>
      <p:sp>
        <p:nvSpPr>
          <p:cNvPr id="36" name="Text 34"/>
          <p:cNvSpPr txBox="1"/>
          <p:nvPr/>
        </p:nvSpPr>
        <p:spPr>
          <a:xfrm>
            <a:off x="457200" y="4892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300"/>
          </a:p>
        </p:txBody>
      </p:sp>
      <p:sp>
        <p:nvSpPr>
          <p:cNvPr id="37" name="Shape 35"/>
          <p:cNvSpPr/>
          <p:nvPr/>
        </p:nvSpPr>
        <p:spPr>
          <a:xfrm>
            <a:off x="457200" y="5257800"/>
            <a:ext cx="3648456" cy="914400"/>
          </a:xfrm>
          <a:prstGeom prst="roundRect">
            <a:avLst>
              <a:gd name="adj" fmla="val 8000"/>
            </a:avLst>
          </a:prstGeom>
          <a:solidFill>
            <a:srgbClr val="EEEEF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85800" y="5257800"/>
            <a:ext cx="3191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RECOVERY : </a:t>
            </a:r>
          </a:p>
          <a:p>
            <a:pPr marL="0" indent="0">
              <a:buNone/>
            </a:pPr>
            <a:r>
              <a:rPr lang="en-US" sz="120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WebSockets instantly update no-shows alerts, candidate responses and recovery status.</a:t>
            </a:r>
            <a:endParaRPr lang="en-US" sz="1200"/>
          </a:p>
        </p:txBody>
      </p:sp>
      <p:sp>
        <p:nvSpPr>
          <p:cNvPr id="39" name="Shape 37"/>
          <p:cNvSpPr/>
          <p:nvPr/>
        </p:nvSpPr>
        <p:spPr>
          <a:xfrm>
            <a:off x="4270248" y="5257800"/>
            <a:ext cx="3648456" cy="914400"/>
          </a:xfrm>
          <a:prstGeom prst="roundRect">
            <a:avLst>
              <a:gd name="adj" fmla="val 8000"/>
            </a:avLst>
          </a:prstGeom>
          <a:solidFill>
            <a:srgbClr val="EEEEF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498848" y="5257800"/>
            <a:ext cx="3191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/>
              <a:t>INTELLIGENT MATCHING :</a:t>
            </a:r>
          </a:p>
          <a:p>
            <a:pPr marL="0" indent="0">
              <a:buNone/>
            </a:pPr>
            <a:r>
              <a:rPr lang="en-US" sz="1200"/>
              <a:t>  Weighted AI scoring ranks candidates by skill, proximity, workload, availability and reliability.</a:t>
            </a:r>
          </a:p>
        </p:txBody>
      </p:sp>
      <p:sp>
        <p:nvSpPr>
          <p:cNvPr id="41" name="Shape 39"/>
          <p:cNvSpPr/>
          <p:nvPr/>
        </p:nvSpPr>
        <p:spPr>
          <a:xfrm>
            <a:off x="8083296" y="5257800"/>
            <a:ext cx="3648456" cy="914400"/>
          </a:xfrm>
          <a:prstGeom prst="roundRect">
            <a:avLst>
              <a:gd name="adj" fmla="val 8000"/>
            </a:avLst>
          </a:prstGeom>
          <a:solidFill>
            <a:srgbClr val="EEEEFC"/>
          </a:solidFill>
          <a:ln/>
        </p:spPr>
        <p:txBody>
          <a:bodyPr/>
          <a:lstStyle/>
          <a:p>
            <a:r>
              <a:rPr lang="en-IN" sz="1200" b="1"/>
              <a:t>AUTOMATED ESCALATION </a:t>
            </a:r>
            <a:r>
              <a:rPr lang="en-IN"/>
              <a:t>:</a:t>
            </a:r>
          </a:p>
          <a:p>
            <a:r>
              <a:rPr lang="en-IN"/>
              <a:t>  </a:t>
            </a:r>
            <a:r>
              <a:rPr lang="en-IN" sz="1200"/>
              <a:t>The system automatically contacts the next-best candidate until the critical shift is successfully covered. 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FD8F32A-F111-C50A-2EB1-7EFE156EC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57351"/>
            <a:ext cx="775337" cy="7753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 ASCENSION 2026</a:t>
            </a:r>
            <a:endParaRPr lang="en-US" sz="1000"/>
          </a:p>
        </p:txBody>
      </p:sp>
      <p:sp>
        <p:nvSpPr>
          <p:cNvPr id="3" name="Text 1"/>
          <p:cNvSpPr txBox="1"/>
          <p:nvPr/>
        </p:nvSpPr>
        <p:spPr>
          <a:xfrm>
            <a:off x="9905695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00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">
                <a:solidFill>
                  <a:srgbClr val="5B5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| </a:t>
            </a:r>
            <a:r>
              <a:rPr lang="en-US" sz="2600" b="1" kern="0" spc="30">
                <a:solidFill>
                  <a:srgbClr val="1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SCREENSHOTS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1274552" cy="12802"/>
          </a:xfrm>
          <a:prstGeom prst="rect">
            <a:avLst/>
          </a:prstGeom>
          <a:solidFill>
            <a:srgbClr val="E3E4E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3648456" cy="2834640"/>
          </a:xfrm>
          <a:prstGeom prst="roundRect">
            <a:avLst>
              <a:gd name="adj" fmla="val 2581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" y="1600200"/>
            <a:ext cx="364845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01]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4270248" y="1600200"/>
            <a:ext cx="3648456" cy="2834640"/>
          </a:xfrm>
          <a:prstGeom prst="roundRect">
            <a:avLst>
              <a:gd name="adj" fmla="val 2581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270248" y="1600200"/>
            <a:ext cx="364845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02]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8083296" y="1600200"/>
            <a:ext cx="3648456" cy="2834640"/>
          </a:xfrm>
          <a:prstGeom prst="roundRect">
            <a:avLst>
              <a:gd name="adj" fmla="val 2581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83296" y="1600200"/>
            <a:ext cx="364845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03]</a:t>
            </a:r>
            <a:endParaRPr lang="en-US" sz="1300"/>
          </a:p>
        </p:txBody>
      </p:sp>
      <p:sp>
        <p:nvSpPr>
          <p:cNvPr id="12" name="Text 10"/>
          <p:cNvSpPr txBox="1"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457200" y="5074920"/>
            <a:ext cx="3648456" cy="1097280"/>
          </a:xfrm>
          <a:prstGeom prst="roundRect">
            <a:avLst>
              <a:gd name="adj" fmla="val 6667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7200" y="5166360"/>
            <a:ext cx="3648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5B5FEF"/>
                </a:solidFill>
                <a:latin typeface="Cambria"/>
                <a:ea typeface="Cambria"/>
              </a:rPr>
              <a:t>66%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457200" y="5788152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6B6E85"/>
                </a:solidFill>
                <a:latin typeface="Calibri"/>
                <a:ea typeface="Calibri"/>
                <a:cs typeface="Calibri"/>
              </a:rPr>
              <a:t>CALL SUCCESS RATE</a:t>
            </a:r>
          </a:p>
        </p:txBody>
      </p:sp>
      <p:sp>
        <p:nvSpPr>
          <p:cNvPr id="16" name="Shape 14"/>
          <p:cNvSpPr/>
          <p:nvPr/>
        </p:nvSpPr>
        <p:spPr>
          <a:xfrm>
            <a:off x="4270248" y="5074920"/>
            <a:ext cx="3648456" cy="1097280"/>
          </a:xfrm>
          <a:prstGeom prst="roundRect">
            <a:avLst>
              <a:gd name="adj" fmla="val 6667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270248" y="5166360"/>
            <a:ext cx="3648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5B5FEF"/>
                </a:solidFill>
                <a:latin typeface="Cambria"/>
                <a:ea typeface="Cambria"/>
              </a:rPr>
              <a:t>100%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4270248" y="5788152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6B6E85"/>
                </a:solidFill>
                <a:latin typeface="Calibri"/>
                <a:ea typeface="Calibri"/>
                <a:cs typeface="Calibri"/>
              </a:rPr>
              <a:t>EMERGENCY COVERAGE RESTORED</a:t>
            </a:r>
          </a:p>
        </p:txBody>
      </p:sp>
      <p:sp>
        <p:nvSpPr>
          <p:cNvPr id="19" name="Shape 17"/>
          <p:cNvSpPr/>
          <p:nvPr/>
        </p:nvSpPr>
        <p:spPr>
          <a:xfrm>
            <a:off x="8083296" y="5074920"/>
            <a:ext cx="3648456" cy="1097280"/>
          </a:xfrm>
          <a:prstGeom prst="roundRect">
            <a:avLst>
              <a:gd name="adj" fmla="val 6667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083296" y="5166360"/>
            <a:ext cx="3648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5B5FEF"/>
                </a:solidFill>
                <a:latin typeface="Cambria"/>
                <a:ea typeface="Cambria"/>
              </a:rPr>
              <a:t>50%</a:t>
            </a:r>
          </a:p>
        </p:txBody>
      </p:sp>
      <p:sp>
        <p:nvSpPr>
          <p:cNvPr id="21" name="Text 19"/>
          <p:cNvSpPr txBox="1"/>
          <p:nvPr/>
        </p:nvSpPr>
        <p:spPr>
          <a:xfrm>
            <a:off x="8083296" y="5788152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6B6E85"/>
                </a:solidFill>
                <a:ea typeface="Calibri"/>
                <a:cs typeface="Calibri"/>
              </a:rPr>
              <a:t>REDUCTION IN STA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84BA585-4E89-015F-0188-3A6951B53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57351"/>
            <a:ext cx="775337" cy="77533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E0FB7D6-94B5-4AD8-E655-D7E325586E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889" r="50020" b="49967"/>
          <a:stretch>
            <a:fillRect/>
          </a:stretch>
        </p:blipFill>
        <p:spPr>
          <a:xfrm>
            <a:off x="454660" y="1717040"/>
            <a:ext cx="3637794" cy="222220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A288F58-B647-C7B5-DBA3-AE93DD936E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982" t="4889" r="99" b="49867"/>
          <a:stretch>
            <a:fillRect/>
          </a:stretch>
        </p:blipFill>
        <p:spPr>
          <a:xfrm>
            <a:off x="4267911" y="1818640"/>
            <a:ext cx="3641658" cy="218847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43EC980-1342-349F-7F33-12BFDD85E5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133" r="99"/>
          <a:stretch>
            <a:fillRect/>
          </a:stretch>
        </p:blipFill>
        <p:spPr>
          <a:xfrm>
            <a:off x="8094980" y="1995424"/>
            <a:ext cx="3642367" cy="18247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 ASCENSION 2026</a:t>
            </a:r>
            <a:endParaRPr lang="en-US" sz="1000"/>
          </a:p>
        </p:txBody>
      </p:sp>
      <p:sp>
        <p:nvSpPr>
          <p:cNvPr id="3" name="Text 1"/>
          <p:cNvSpPr txBox="1"/>
          <p:nvPr/>
        </p:nvSpPr>
        <p:spPr>
          <a:xfrm>
            <a:off x="9905695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00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">
                <a:solidFill>
                  <a:srgbClr val="5B5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| </a:t>
            </a:r>
            <a:r>
              <a:rPr lang="en-US" sz="2600" b="1" kern="0" spc="30">
                <a:solidFill>
                  <a:srgbClr val="1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&amp; AI DISCLOSURE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1274552" cy="12802"/>
          </a:xfrm>
          <a:prstGeom prst="rect">
            <a:avLst/>
          </a:prstGeom>
          <a:solidFill>
            <a:srgbClr val="E3E4E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4023360" cy="4160520"/>
          </a:xfrm>
          <a:prstGeom prst="roundRect">
            <a:avLst>
              <a:gd name="adj" fmla="val 1818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810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/>
          </a:p>
        </p:txBody>
      </p:sp>
      <p:sp>
        <p:nvSpPr>
          <p:cNvPr id="8" name="Text 6"/>
          <p:cNvSpPr txBox="1"/>
          <p:nvPr/>
        </p:nvSpPr>
        <p:spPr>
          <a:xfrm>
            <a:off x="731520" y="2194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3152B"/>
                </a:solidFill>
                <a:ea typeface="+mn-lt"/>
                <a:cs typeface="+mn-lt"/>
              </a:rPr>
              <a:t>https://github.com/deshnadeshu26-lgtm/NEURAFORGE.git</a:t>
            </a:r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17320" y="288036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4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28803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[QR CODE</a:t>
            </a:r>
            <a:endParaRPr lang="en-US" sz="1100"/>
          </a:p>
          <a:p>
            <a:pPr marL="0" indent="0" algn="ctr">
              <a:buNone/>
            </a:pPr>
            <a:r>
              <a:rPr lang="en-US" sz="1100" i="1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PLACEHOLDER]</a:t>
            </a:r>
            <a:endParaRPr lang="en-US" sz="1100"/>
          </a:p>
        </p:txBody>
      </p:sp>
      <p:sp>
        <p:nvSpPr>
          <p:cNvPr id="11" name="Text 9"/>
          <p:cNvSpPr txBox="1"/>
          <p:nvPr/>
        </p:nvSpPr>
        <p:spPr>
          <a:xfrm>
            <a:off x="4709160" y="1600200"/>
            <a:ext cx="7022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AI TOOLS DISCLOSURE</a:t>
            </a:r>
            <a:endParaRPr lang="en-US" sz="120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119750"/>
              </p:ext>
            </p:extLst>
          </p:nvPr>
        </p:nvGraphicFramePr>
        <p:xfrm>
          <a:off x="4709160" y="2011680"/>
          <a:ext cx="7022592" cy="1828800"/>
        </p:xfrm>
        <a:graphic>
          <a:graphicData uri="http://schemas.openxmlformats.org/drawingml/2006/table">
            <a:tbl>
              <a:tblPr/>
              <a:tblGrid>
                <a:gridCol w="2340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TOOL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3152B"/>
                          </a:solidFill>
                          <a:latin typeface="Calibri"/>
                          <a:ea typeface="Calibri"/>
                          <a:cs typeface="Calibri"/>
                        </a:rPr>
                        <a:t>CHATGPT</a:t>
                      </a:r>
                      <a:endParaRPr lang="en-US" sz="1200" err="1">
                        <a:solidFill>
                          <a:srgbClr val="13152B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3152B"/>
                          </a:solidFill>
                          <a:latin typeface="Calibri"/>
                          <a:ea typeface="Calibri"/>
                          <a:cs typeface="Calibri"/>
                        </a:rPr>
                        <a:t>DOCUMENTATION SUPPORT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3152B"/>
                          </a:solidFill>
                          <a:latin typeface="Calibri"/>
                          <a:ea typeface="Calibri"/>
                          <a:cs typeface="Calibri"/>
                        </a:rPr>
                        <a:t>Idea refinement  &amp; content preparation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3152B"/>
                          </a:solidFill>
                          <a:latin typeface="Calibri"/>
                          <a:ea typeface="Calibri"/>
                          <a:cs typeface="Calibri"/>
                        </a:rPr>
                        <a:t>CLAUDE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3152B"/>
                          </a:solidFill>
                          <a:latin typeface="Calibri"/>
                          <a:ea typeface="Calibri"/>
                          <a:cs typeface="Calibri"/>
                        </a:rPr>
                        <a:t>CODE ASSISTANCE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3152B"/>
                          </a:solidFill>
                          <a:latin typeface="Calibri"/>
                          <a:ea typeface="Calibri"/>
                          <a:cs typeface="Calibri"/>
                        </a:rPr>
                        <a:t>Implementation support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3152B"/>
                          </a:solidFill>
                          <a:latin typeface="Calibri"/>
                          <a:ea typeface="Calibri"/>
                          <a:cs typeface="Calibri"/>
                        </a:rPr>
                        <a:t>NAPKIN AI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3152B"/>
                          </a:solidFill>
                          <a:latin typeface="Calibri"/>
                          <a:ea typeface="Calibri"/>
                          <a:cs typeface="Calibri"/>
                        </a:rPr>
                        <a:t>UI IDEAS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3152B"/>
                          </a:solidFill>
                          <a:latin typeface="Calibri"/>
                          <a:ea typeface="Calibri"/>
                          <a:cs typeface="Calibri"/>
                        </a:rPr>
                        <a:t>Visual layouts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709160" y="4251960"/>
            <a:ext cx="7022592" cy="1508760"/>
          </a:xfrm>
          <a:prstGeom prst="roundRect">
            <a:avLst>
              <a:gd name="adj" fmla="val 4848"/>
            </a:avLst>
          </a:prstGeom>
          <a:solidFill>
            <a:srgbClr val="EE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983480" y="4434840"/>
            <a:ext cx="6492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must disclose all AI tools used during ideation, research, coding, design, testing, or development.</a:t>
            </a:r>
            <a:endParaRPr lang="en-US" sz="13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624D807-60E9-0CEF-A661-54790713D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57351"/>
            <a:ext cx="775337" cy="7753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0A9355C-EB51-03EC-2ABF-11249E601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952" y="3216593"/>
            <a:ext cx="1369695" cy="14408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 ASCENSION 2026</a:t>
            </a:r>
            <a:endParaRPr lang="en-US" sz="1000"/>
          </a:p>
        </p:txBody>
      </p:sp>
      <p:sp>
        <p:nvSpPr>
          <p:cNvPr id="3" name="Text 1"/>
          <p:cNvSpPr txBox="1"/>
          <p:nvPr/>
        </p:nvSpPr>
        <p:spPr>
          <a:xfrm>
            <a:off x="9905695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">
                <a:solidFill>
                  <a:srgbClr val="5B5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 | </a:t>
            </a:r>
            <a:r>
              <a:rPr lang="en-US" sz="2600" b="1" kern="0" spc="30">
                <a:solidFill>
                  <a:srgbClr val="1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1274552" cy="12802"/>
          </a:xfrm>
          <a:prstGeom prst="rect">
            <a:avLst/>
          </a:prstGeom>
          <a:solidFill>
            <a:srgbClr val="E3E4EE"/>
          </a:solidFill>
          <a:ln/>
        </p:spPr>
      </p:sp>
      <p:sp>
        <p:nvSpPr>
          <p:cNvPr id="6" name="Shape 4"/>
          <p:cNvSpPr/>
          <p:nvPr/>
        </p:nvSpPr>
        <p:spPr>
          <a:xfrm>
            <a:off x="1843888" y="1874520"/>
            <a:ext cx="8503920" cy="18288"/>
          </a:xfrm>
          <a:prstGeom prst="rect">
            <a:avLst/>
          </a:prstGeom>
          <a:solidFill>
            <a:srgbClr val="E3E4EE"/>
          </a:solidFill>
          <a:ln/>
        </p:spPr>
      </p:sp>
      <p:sp>
        <p:nvSpPr>
          <p:cNvPr id="7" name="Shape 5"/>
          <p:cNvSpPr/>
          <p:nvPr/>
        </p:nvSpPr>
        <p:spPr>
          <a:xfrm>
            <a:off x="1615288" y="1645920"/>
            <a:ext cx="457200" cy="457200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1528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586588" y="23774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13152B"/>
          </a:solidFill>
          <a:ln/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86588" y="2606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500"/>
          </a:p>
        </p:txBody>
      </p:sp>
      <p:sp>
        <p:nvSpPr>
          <p:cNvPr id="11" name="Text 9"/>
          <p:cNvSpPr txBox="1"/>
          <p:nvPr/>
        </p:nvSpPr>
        <p:spPr>
          <a:xfrm>
            <a:off x="769468" y="31546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>
                <a:solidFill>
                  <a:srgbClr val="D7D8F3"/>
                </a:solidFill>
                <a:latin typeface="Calibri"/>
                <a:ea typeface="Calibri"/>
                <a:cs typeface="Calibri"/>
              </a:rPr>
              <a:t>WORKING MVP</a:t>
            </a:r>
          </a:p>
        </p:txBody>
      </p:sp>
      <p:sp>
        <p:nvSpPr>
          <p:cNvPr id="12" name="Shape 10"/>
          <p:cNvSpPr/>
          <p:nvPr/>
        </p:nvSpPr>
        <p:spPr>
          <a:xfrm>
            <a:off x="4449928" y="16459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4992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/>
          </a:p>
        </p:txBody>
      </p:sp>
      <p:sp>
        <p:nvSpPr>
          <p:cNvPr id="14" name="Shape 12"/>
          <p:cNvSpPr/>
          <p:nvPr/>
        </p:nvSpPr>
        <p:spPr>
          <a:xfrm>
            <a:off x="3421228" y="23774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421228" y="2606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/>
          </a:p>
        </p:txBody>
      </p:sp>
      <p:sp>
        <p:nvSpPr>
          <p:cNvPr id="16" name="Text 14"/>
          <p:cNvSpPr txBox="1"/>
          <p:nvPr/>
        </p:nvSpPr>
        <p:spPr>
          <a:xfrm>
            <a:off x="3604108" y="31546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>
                <a:solidFill>
                  <a:srgbClr val="6B6E85"/>
                </a:solidFill>
                <a:latin typeface="Calibri"/>
                <a:ea typeface="Calibri"/>
                <a:cs typeface="Calibri"/>
              </a:rPr>
              <a:t>AI + REAL TIME DATA</a:t>
            </a:r>
          </a:p>
        </p:txBody>
      </p:sp>
      <p:sp>
        <p:nvSpPr>
          <p:cNvPr id="17" name="Shape 15"/>
          <p:cNvSpPr/>
          <p:nvPr/>
        </p:nvSpPr>
        <p:spPr>
          <a:xfrm>
            <a:off x="7284568" y="16459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8456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/>
          </a:p>
        </p:txBody>
      </p:sp>
      <p:sp>
        <p:nvSpPr>
          <p:cNvPr id="19" name="Shape 17"/>
          <p:cNvSpPr/>
          <p:nvPr/>
        </p:nvSpPr>
        <p:spPr>
          <a:xfrm>
            <a:off x="6255868" y="23774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255868" y="2606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/>
          </a:p>
        </p:txBody>
      </p:sp>
      <p:sp>
        <p:nvSpPr>
          <p:cNvPr id="21" name="Text 19"/>
          <p:cNvSpPr txBox="1"/>
          <p:nvPr/>
        </p:nvSpPr>
        <p:spPr>
          <a:xfrm>
            <a:off x="6438748" y="31546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>
                <a:solidFill>
                  <a:srgbClr val="6B6E85"/>
                </a:solidFill>
                <a:latin typeface="Calibri"/>
                <a:ea typeface="Calibri"/>
                <a:cs typeface="Calibri"/>
              </a:rPr>
              <a:t>CLOUD + MULTI ORGANIZATION DEPLOYMENT </a:t>
            </a:r>
          </a:p>
        </p:txBody>
      </p:sp>
      <p:sp>
        <p:nvSpPr>
          <p:cNvPr id="22" name="Shape 20"/>
          <p:cNvSpPr/>
          <p:nvPr/>
        </p:nvSpPr>
        <p:spPr>
          <a:xfrm>
            <a:off x="10119208" y="16459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11920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/>
          </a:p>
        </p:txBody>
      </p:sp>
      <p:sp>
        <p:nvSpPr>
          <p:cNvPr id="24" name="Shape 22"/>
          <p:cNvSpPr/>
          <p:nvPr/>
        </p:nvSpPr>
        <p:spPr>
          <a:xfrm>
            <a:off x="9090508" y="23774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9090508" y="2273198"/>
            <a:ext cx="2514600" cy="195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</a:p>
          <a:p>
            <a:pPr marL="0" indent="0" algn="ctr">
              <a:buNone/>
            </a:pPr>
            <a:endParaRPr lang="en-US" sz="1500" b="1" kern="0" spc="100">
              <a:solidFill>
                <a:srgbClr val="1315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200" kern="0" spc="10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&amp; AUTONOMOUS INTELLIGENCE </a:t>
            </a:r>
          </a:p>
          <a:p>
            <a:pPr marL="0" indent="0" algn="ctr">
              <a:buNone/>
            </a:pPr>
            <a:endParaRPr lang="en-US" sz="150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F4BD41A-427E-2BF7-8B2C-5C10BB927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57351"/>
            <a:ext cx="775337" cy="7753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 ASCENSION 2026</a:t>
            </a:r>
            <a:endParaRPr lang="en-US" sz="1000"/>
          </a:p>
        </p:txBody>
      </p:sp>
      <p:sp>
        <p:nvSpPr>
          <p:cNvPr id="3" name="Text 1"/>
          <p:cNvSpPr txBox="1"/>
          <p:nvPr/>
        </p:nvSpPr>
        <p:spPr>
          <a:xfrm>
            <a:off x="9905695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">
                <a:solidFill>
                  <a:srgbClr val="5B5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| </a:t>
            </a:r>
            <a:r>
              <a:rPr lang="en-US" sz="2600" b="1" kern="0" spc="30">
                <a:solidFill>
                  <a:srgbClr val="1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1274552" cy="12802"/>
          </a:xfrm>
          <a:prstGeom prst="rect">
            <a:avLst/>
          </a:prstGeom>
          <a:solidFill>
            <a:srgbClr val="E3E4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 </a:t>
            </a:r>
            <a:r>
              <a:rPr lang="en-US" sz="1400" b="1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679192" cy="4160520"/>
          </a:xfrm>
          <a:prstGeom prst="roundRect">
            <a:avLst>
              <a:gd name="adj" fmla="val 2730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4360" y="365760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DESHNA G</a:t>
            </a:r>
            <a:endParaRPr lang="en-US" sz="1300"/>
          </a:p>
        </p:txBody>
      </p:sp>
      <p:sp>
        <p:nvSpPr>
          <p:cNvPr id="11" name="Text 9"/>
          <p:cNvSpPr txBox="1"/>
          <p:nvPr/>
        </p:nvSpPr>
        <p:spPr>
          <a:xfrm>
            <a:off x="594360" y="397764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</a:t>
            </a:r>
            <a:endParaRPr lang="en-US" sz="1100"/>
          </a:p>
        </p:txBody>
      </p:sp>
      <p:sp>
        <p:nvSpPr>
          <p:cNvPr id="12" name="Text 10"/>
          <p:cNvSpPr txBox="1"/>
          <p:nvPr/>
        </p:nvSpPr>
        <p:spPr>
          <a:xfrm>
            <a:off x="594360" y="429768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– 1st Year 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914400" y="4690872"/>
            <a:ext cx="1764792" cy="10973"/>
          </a:xfrm>
          <a:prstGeom prst="rect">
            <a:avLst/>
          </a:prstGeom>
          <a:solidFill>
            <a:srgbClr val="E3E4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84632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the team, selecting the problem statement, analyzing the problem statement.  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3310128" y="1965960"/>
            <a:ext cx="2679192" cy="4160520"/>
          </a:xfrm>
          <a:prstGeom prst="roundRect">
            <a:avLst>
              <a:gd name="adj" fmla="val 2730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447288" y="365760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YASMINI G</a:t>
            </a:r>
            <a:endParaRPr lang="en-US" sz="1300"/>
          </a:p>
        </p:txBody>
      </p:sp>
      <p:sp>
        <p:nvSpPr>
          <p:cNvPr id="19" name="Text 17"/>
          <p:cNvSpPr txBox="1"/>
          <p:nvPr/>
        </p:nvSpPr>
        <p:spPr>
          <a:xfrm>
            <a:off x="3447288" y="397764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Head </a:t>
            </a:r>
            <a:endParaRPr lang="en-US" sz="1100"/>
          </a:p>
        </p:txBody>
      </p:sp>
      <p:sp>
        <p:nvSpPr>
          <p:cNvPr id="20" name="Text 18"/>
          <p:cNvSpPr txBox="1"/>
          <p:nvPr/>
        </p:nvSpPr>
        <p:spPr>
          <a:xfrm>
            <a:off x="3447288" y="429768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 – 1st Year 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3767328" y="4690872"/>
            <a:ext cx="1764792" cy="10973"/>
          </a:xfrm>
          <a:prstGeom prst="rect">
            <a:avLst/>
          </a:prstGeom>
          <a:solidFill>
            <a:srgbClr val="E3E4E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93008" y="484632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solution and builts the prototype. 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6163056" y="1965960"/>
            <a:ext cx="2679192" cy="4160520"/>
          </a:xfrm>
          <a:prstGeom prst="roundRect">
            <a:avLst>
              <a:gd name="adj" fmla="val 2730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300216" y="365760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JAYASHREE K.M </a:t>
            </a:r>
            <a:endParaRPr lang="en-US" sz="1300"/>
          </a:p>
        </p:txBody>
      </p:sp>
      <p:sp>
        <p:nvSpPr>
          <p:cNvPr id="27" name="Text 25"/>
          <p:cNvSpPr txBox="1"/>
          <p:nvPr/>
        </p:nvSpPr>
        <p:spPr>
          <a:xfrm>
            <a:off x="6300216" y="397764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</a:t>
            </a:r>
            <a:endParaRPr lang="en-US" sz="1100"/>
          </a:p>
        </p:txBody>
      </p:sp>
      <p:sp>
        <p:nvSpPr>
          <p:cNvPr id="28" name="Text 26"/>
          <p:cNvSpPr txBox="1"/>
          <p:nvPr/>
        </p:nvSpPr>
        <p:spPr>
          <a:xfrm>
            <a:off x="6300216" y="429768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– 1st Year 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6620256" y="4690872"/>
            <a:ext cx="1764792" cy="10973"/>
          </a:xfrm>
          <a:prstGeom prst="rect">
            <a:avLst/>
          </a:prstGeom>
          <a:solidFill>
            <a:srgbClr val="E3E4E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45936" y="484632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data, and analysis it deeply.</a:t>
            </a:r>
          </a:p>
        </p:txBody>
      </p:sp>
      <p:sp>
        <p:nvSpPr>
          <p:cNvPr id="31" name="Shape 29"/>
          <p:cNvSpPr/>
          <p:nvPr/>
        </p:nvSpPr>
        <p:spPr>
          <a:xfrm>
            <a:off x="9015984" y="1965960"/>
            <a:ext cx="2679192" cy="4160520"/>
          </a:xfrm>
          <a:prstGeom prst="roundRect">
            <a:avLst>
              <a:gd name="adj" fmla="val 2730"/>
            </a:avLst>
          </a:prstGeom>
          <a:solidFill>
            <a:srgbClr val="F5F5FA"/>
          </a:solidFill>
          <a:ln w="12700">
            <a:solidFill>
              <a:srgbClr val="E3E4EE"/>
            </a:solidFill>
            <a:prstDash val="solid"/>
          </a:ln>
          <a:effectLst>
            <a:outerShdw blurRad="101600" dist="25400" dir="5400000" algn="bl" rotWithShape="0">
              <a:srgbClr val="1A1B3A">
                <a:alpha val="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9153144" y="365760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DURGALAKSHMI V</a:t>
            </a:r>
            <a:endParaRPr lang="en-US" sz="1300"/>
          </a:p>
        </p:txBody>
      </p:sp>
      <p:sp>
        <p:nvSpPr>
          <p:cNvPr id="35" name="Text 33"/>
          <p:cNvSpPr txBox="1"/>
          <p:nvPr/>
        </p:nvSpPr>
        <p:spPr>
          <a:xfrm>
            <a:off x="9153144" y="397764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Wizard </a:t>
            </a:r>
            <a:endParaRPr lang="en-US" sz="1100"/>
          </a:p>
        </p:txBody>
      </p:sp>
      <p:sp>
        <p:nvSpPr>
          <p:cNvPr id="36" name="Text 34"/>
          <p:cNvSpPr txBox="1"/>
          <p:nvPr/>
        </p:nvSpPr>
        <p:spPr>
          <a:xfrm>
            <a:off x="9153144" y="429768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00">
              <a:solidFill>
                <a:srgbClr val="6B6E8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00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– 1st Year </a:t>
            </a:r>
            <a:endParaRPr lang="en-US" sz="1000"/>
          </a:p>
          <a:p>
            <a:pPr marL="0" indent="0" algn="ctr">
              <a:buNone/>
            </a:pP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9473184" y="4690872"/>
            <a:ext cx="1764792" cy="10973"/>
          </a:xfrm>
          <a:prstGeom prst="rect">
            <a:avLst/>
          </a:prstGeom>
          <a:solidFill>
            <a:srgbClr val="E3E4E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198864" y="484632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preparation. </a:t>
            </a:r>
            <a:endParaRPr lang="en-US" sz="105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46A9F0C-E4B8-08E1-5EAA-D9F249393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57351"/>
            <a:ext cx="775337" cy="7753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54864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54864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4" name="Shape 2"/>
          <p:cNvSpPr/>
          <p:nvPr/>
        </p:nvSpPr>
        <p:spPr>
          <a:xfrm>
            <a:off x="8906256" y="54864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5" name="Shape 3"/>
          <p:cNvSpPr/>
          <p:nvPr/>
        </p:nvSpPr>
        <p:spPr>
          <a:xfrm>
            <a:off x="9290304" y="54864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6" name="Shape 4"/>
          <p:cNvSpPr/>
          <p:nvPr/>
        </p:nvSpPr>
        <p:spPr>
          <a:xfrm>
            <a:off x="9674352" y="54864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0" y="54864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8" name="Shape 6"/>
          <p:cNvSpPr/>
          <p:nvPr/>
        </p:nvSpPr>
        <p:spPr>
          <a:xfrm>
            <a:off x="10442448" y="54864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9" name="Shape 7"/>
          <p:cNvSpPr/>
          <p:nvPr/>
        </p:nvSpPr>
        <p:spPr>
          <a:xfrm>
            <a:off x="10826496" y="54864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932688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11" name="Shape 9"/>
          <p:cNvSpPr/>
          <p:nvPr/>
        </p:nvSpPr>
        <p:spPr>
          <a:xfrm>
            <a:off x="8522208" y="932688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12" name="Shape 10"/>
          <p:cNvSpPr/>
          <p:nvPr/>
        </p:nvSpPr>
        <p:spPr>
          <a:xfrm>
            <a:off x="8906256" y="932688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13" name="Shape 11"/>
          <p:cNvSpPr/>
          <p:nvPr/>
        </p:nvSpPr>
        <p:spPr>
          <a:xfrm>
            <a:off x="9290304" y="932688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4352" y="932688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0" y="932688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42448" y="932688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826496" y="932688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0" y="1316736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19" name="Shape 17"/>
          <p:cNvSpPr/>
          <p:nvPr/>
        </p:nvSpPr>
        <p:spPr>
          <a:xfrm>
            <a:off x="8522208" y="1316736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20" name="Shape 18"/>
          <p:cNvSpPr/>
          <p:nvPr/>
        </p:nvSpPr>
        <p:spPr>
          <a:xfrm>
            <a:off x="8906256" y="1316736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21" name="Shape 19"/>
          <p:cNvSpPr/>
          <p:nvPr/>
        </p:nvSpPr>
        <p:spPr>
          <a:xfrm>
            <a:off x="9290304" y="1316736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22" name="Shape 20"/>
          <p:cNvSpPr/>
          <p:nvPr/>
        </p:nvSpPr>
        <p:spPr>
          <a:xfrm>
            <a:off x="9674352" y="1316736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0" y="1316736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42448" y="1316736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26496" y="1316736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8160" y="1700784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27" name="Shape 25"/>
          <p:cNvSpPr/>
          <p:nvPr/>
        </p:nvSpPr>
        <p:spPr>
          <a:xfrm>
            <a:off x="8522208" y="1700784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28" name="Shape 26"/>
          <p:cNvSpPr/>
          <p:nvPr/>
        </p:nvSpPr>
        <p:spPr>
          <a:xfrm>
            <a:off x="8906256" y="1700784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29" name="Shape 27"/>
          <p:cNvSpPr/>
          <p:nvPr/>
        </p:nvSpPr>
        <p:spPr>
          <a:xfrm>
            <a:off x="9290304" y="1700784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30" name="Shape 28"/>
          <p:cNvSpPr/>
          <p:nvPr/>
        </p:nvSpPr>
        <p:spPr>
          <a:xfrm>
            <a:off x="9674352" y="1700784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58400" y="1700784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32" name="Shape 30"/>
          <p:cNvSpPr/>
          <p:nvPr/>
        </p:nvSpPr>
        <p:spPr>
          <a:xfrm>
            <a:off x="10442448" y="1700784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33" name="Shape 31"/>
          <p:cNvSpPr/>
          <p:nvPr/>
        </p:nvSpPr>
        <p:spPr>
          <a:xfrm>
            <a:off x="10826496" y="1700784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34" name="Shape 32"/>
          <p:cNvSpPr/>
          <p:nvPr/>
        </p:nvSpPr>
        <p:spPr>
          <a:xfrm>
            <a:off x="8138160" y="2084832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35" name="Shape 33"/>
          <p:cNvSpPr/>
          <p:nvPr/>
        </p:nvSpPr>
        <p:spPr>
          <a:xfrm>
            <a:off x="8522208" y="2084832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36" name="Shape 34"/>
          <p:cNvSpPr/>
          <p:nvPr/>
        </p:nvSpPr>
        <p:spPr>
          <a:xfrm>
            <a:off x="8906256" y="2084832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37" name="Shape 35"/>
          <p:cNvSpPr/>
          <p:nvPr/>
        </p:nvSpPr>
        <p:spPr>
          <a:xfrm>
            <a:off x="9290304" y="2084832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38" name="Shape 36"/>
          <p:cNvSpPr/>
          <p:nvPr/>
        </p:nvSpPr>
        <p:spPr>
          <a:xfrm>
            <a:off x="9674352" y="2084832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39" name="Shape 37"/>
          <p:cNvSpPr/>
          <p:nvPr/>
        </p:nvSpPr>
        <p:spPr>
          <a:xfrm>
            <a:off x="10058400" y="2084832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40" name="Shape 38"/>
          <p:cNvSpPr/>
          <p:nvPr/>
        </p:nvSpPr>
        <p:spPr>
          <a:xfrm>
            <a:off x="10442448" y="2084832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41" name="Shape 39"/>
          <p:cNvSpPr/>
          <p:nvPr/>
        </p:nvSpPr>
        <p:spPr>
          <a:xfrm>
            <a:off x="10826496" y="2084832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42" name="Shape 40"/>
          <p:cNvSpPr/>
          <p:nvPr/>
        </p:nvSpPr>
        <p:spPr>
          <a:xfrm>
            <a:off x="8138160" y="246888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43" name="Shape 41"/>
          <p:cNvSpPr/>
          <p:nvPr/>
        </p:nvSpPr>
        <p:spPr>
          <a:xfrm>
            <a:off x="8522208" y="246888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44" name="Shape 42"/>
          <p:cNvSpPr/>
          <p:nvPr/>
        </p:nvSpPr>
        <p:spPr>
          <a:xfrm>
            <a:off x="8906256" y="246888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45" name="Shape 43"/>
          <p:cNvSpPr/>
          <p:nvPr/>
        </p:nvSpPr>
        <p:spPr>
          <a:xfrm>
            <a:off x="9290304" y="246888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46" name="Shape 44"/>
          <p:cNvSpPr/>
          <p:nvPr/>
        </p:nvSpPr>
        <p:spPr>
          <a:xfrm>
            <a:off x="9674352" y="246888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47" name="Shape 45"/>
          <p:cNvSpPr/>
          <p:nvPr/>
        </p:nvSpPr>
        <p:spPr>
          <a:xfrm>
            <a:off x="10058400" y="246888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48" name="Shape 46"/>
          <p:cNvSpPr/>
          <p:nvPr/>
        </p:nvSpPr>
        <p:spPr>
          <a:xfrm>
            <a:off x="10442448" y="246888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49" name="Shape 47"/>
          <p:cNvSpPr/>
          <p:nvPr/>
        </p:nvSpPr>
        <p:spPr>
          <a:xfrm>
            <a:off x="10826496" y="2468880"/>
            <a:ext cx="45720" cy="45720"/>
          </a:xfrm>
          <a:prstGeom prst="ellipse">
            <a:avLst/>
          </a:prstGeom>
          <a:solidFill>
            <a:srgbClr val="23264A"/>
          </a:solidFill>
          <a:ln/>
        </p:spPr>
      </p:sp>
      <p:sp>
        <p:nvSpPr>
          <p:cNvPr id="50" name="Shape 48"/>
          <p:cNvSpPr/>
          <p:nvPr/>
        </p:nvSpPr>
        <p:spPr>
          <a:xfrm>
            <a:off x="822960" y="1965960"/>
            <a:ext cx="457200" cy="41148"/>
          </a:xfrm>
          <a:prstGeom prst="rect">
            <a:avLst/>
          </a:prstGeom>
          <a:solidFill>
            <a:srgbClr val="5B5FE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77240" y="2148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/>
          </a:p>
        </p:txBody>
      </p:sp>
      <p:sp>
        <p:nvSpPr>
          <p:cNvPr id="53" name="Text 51"/>
          <p:cNvSpPr txBox="1"/>
          <p:nvPr/>
        </p:nvSpPr>
        <p:spPr>
          <a:xfrm>
            <a:off x="777240" y="300380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9EA0C9"/>
                </a:solidFill>
                <a:latin typeface="Calibri"/>
                <a:ea typeface="Calibri"/>
                <a:cs typeface="Calibri"/>
              </a:rPr>
              <a:t>HACK ASCENSION 2026   · NEURAFORGE</a:t>
            </a:r>
          </a:p>
        </p:txBody>
      </p:sp>
      <p:sp>
        <p:nvSpPr>
          <p:cNvPr id="55" name="Shape 53"/>
          <p:cNvSpPr/>
          <p:nvPr/>
        </p:nvSpPr>
        <p:spPr>
          <a:xfrm>
            <a:off x="822960" y="5760720"/>
            <a:ext cx="10515600" cy="10973"/>
          </a:xfrm>
          <a:prstGeom prst="rect">
            <a:avLst/>
          </a:prstGeom>
          <a:solidFill>
            <a:srgbClr val="2A2C4E"/>
          </a:solidFill>
          <a:ln/>
        </p:spPr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A50EB5EF-76C0-A482-8229-CD902DE32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832072">
            <a:off x="11424417" y="210414"/>
            <a:ext cx="590542" cy="5971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df909ae-2c72-4c8f-bfe5-da14fa0206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B761F3E85C884DBBFBE63D4F10BF36" ma:contentTypeVersion="5" ma:contentTypeDescription="Create a new document." ma:contentTypeScope="" ma:versionID="5e25b2588cf7636e77016debceec3b91">
  <xsd:schema xmlns:xsd="http://www.w3.org/2001/XMLSchema" xmlns:xs="http://www.w3.org/2001/XMLSchema" xmlns:p="http://schemas.microsoft.com/office/2006/metadata/properties" xmlns:ns3="bdf909ae-2c72-4c8f-bfe5-da14fa02067e" targetNamespace="http://schemas.microsoft.com/office/2006/metadata/properties" ma:root="true" ma:fieldsID="cd240037484ba668e241559be06372c7" ns3:_="">
    <xsd:import namespace="bdf909ae-2c72-4c8f-bfe5-da14fa02067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f909ae-2c72-4c8f-bfe5-da14fa02067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580694-4A17-4039-8149-02FEE573B877}">
  <ds:schemaRefs>
    <ds:schemaRef ds:uri="http://purl.org/dc/terms/"/>
    <ds:schemaRef ds:uri="http://www.w3.org/XML/1998/namespace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bdf909ae-2c72-4c8f-bfe5-da14fa02067e"/>
  </ds:schemaRefs>
</ds:datastoreItem>
</file>

<file path=customXml/itemProps2.xml><?xml version="1.0" encoding="utf-8"?>
<ds:datastoreItem xmlns:ds="http://schemas.openxmlformats.org/officeDocument/2006/customXml" ds:itemID="{7596D227-C836-4B42-8901-45FECBEB9767}">
  <ds:schemaRefs>
    <ds:schemaRef ds:uri="bdf909ae-2c72-4c8f-bfe5-da14fa02067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59D080C-178B-4CF1-B49C-FF55934CED2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926</Words>
  <Application>Microsoft Office PowerPoint</Application>
  <PresentationFormat>Widescreen</PresentationFormat>
  <Paragraphs>214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Deshna G-[NC.SC.U4CSE26314]</cp:lastModifiedBy>
  <cp:revision>1</cp:revision>
  <dcterms:created xsi:type="dcterms:W3CDTF">2026-09-02T15:29:19Z</dcterms:created>
  <dcterms:modified xsi:type="dcterms:W3CDTF">2026-09-03T08:15:12Z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0x01010011B761F3E85C884DBBFBE63D4F10BF36</vt:lpwstr>
  </property>
</Properties>
</file>